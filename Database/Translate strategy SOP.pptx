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99" r:id="rId4"/>
    <p:sldId id="266" r:id="rId5"/>
    <p:sldId id="275" r:id="rId7"/>
    <p:sldId id="311" r:id="rId8"/>
    <p:sldId id="280" r:id="rId9"/>
    <p:sldId id="281" r:id="rId10"/>
    <p:sldId id="276" r:id="rId11"/>
    <p:sldId id="277" r:id="rId12"/>
    <p:sldId id="278" r:id="rId13"/>
    <p:sldId id="312" r:id="rId14"/>
    <p:sldId id="301" r:id="rId15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2" clrIdx="0"/>
  <p:cmAuthor id="2" name="Wu, Jimmy C" initials="WJC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8952"/>
    <a:srgbClr val="F37558"/>
    <a:srgbClr val="F0935B"/>
    <a:srgbClr val="EC835F"/>
    <a:srgbClr val="EB805F"/>
    <a:srgbClr val="F19055"/>
    <a:srgbClr val="F2BC54"/>
    <a:srgbClr val="F1AA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7" d="100"/>
          <a:sy n="87" d="100"/>
        </p:scale>
        <p:origin x="1494" y="96"/>
      </p:cViewPr>
      <p:guideLst>
        <p:guide orient="horz" pos="207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5F5560-FCAA-4872-BA59-41C9FAF13E71}" type="datetime1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892" name="Slide Image Placeholder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101" name="Notes Placeholder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BB63ED-DBD4-4E99-96D6-2A4F36B07AF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429496729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429496729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429496729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 smtClean="0"/>
              <a:t>Click to edit Master subtitle style</a:t>
            </a:r>
            <a:endParaRPr lang="en-US" noProof="1"/>
          </a:p>
        </p:txBody>
      </p:sp>
      <p:sp>
        <p:nvSpPr>
          <p:cNvPr id="7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623418-5422-4268-873A-B1A2E1F9B79B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  <a:p>
            <a:pPr lvl="1"/>
            <a:r>
              <a:rPr lang="en-US" noProof="1" smtClean="0"/>
              <a:t>Second level</a:t>
            </a:r>
            <a:endParaRPr lang="en-US" noProof="1" smtClean="0"/>
          </a:p>
          <a:p>
            <a:pPr lvl="2"/>
            <a:r>
              <a:rPr lang="en-US" noProof="1" smtClean="0"/>
              <a:t>Third level</a:t>
            </a:r>
            <a:endParaRPr lang="en-US" noProof="1" smtClean="0"/>
          </a:p>
          <a:p>
            <a:pPr lvl="3"/>
            <a:r>
              <a:rPr lang="en-US" noProof="1" smtClean="0"/>
              <a:t>Fourth level</a:t>
            </a:r>
            <a:endParaRPr lang="en-US" noProof="1" smtClean="0"/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7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E6C4B1-E835-408B-9B5E-1EA2625CB822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</p:txBody>
      </p:sp>
      <p:sp>
        <p:nvSpPr>
          <p:cNvPr id="7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E3B3233-B055-4DA8-9DFC-C728920A1313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  <a:p>
            <a:pPr lvl="1"/>
            <a:r>
              <a:rPr lang="en-US" noProof="1" smtClean="0"/>
              <a:t>Second level</a:t>
            </a:r>
            <a:endParaRPr lang="en-US" noProof="1" smtClean="0"/>
          </a:p>
          <a:p>
            <a:pPr lvl="2"/>
            <a:r>
              <a:rPr lang="en-US" noProof="1" smtClean="0"/>
              <a:t>Third level</a:t>
            </a:r>
            <a:endParaRPr lang="en-US" noProof="1" smtClean="0"/>
          </a:p>
          <a:p>
            <a:pPr lvl="3"/>
            <a:r>
              <a:rPr lang="en-US" noProof="1" smtClean="0"/>
              <a:t>Fourth level</a:t>
            </a:r>
            <a:endParaRPr lang="en-US" noProof="1" smtClean="0"/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  <a:p>
            <a:pPr lvl="1"/>
            <a:r>
              <a:rPr lang="en-US" noProof="1" smtClean="0"/>
              <a:t>Second level</a:t>
            </a:r>
            <a:endParaRPr lang="en-US" noProof="1" smtClean="0"/>
          </a:p>
          <a:p>
            <a:pPr lvl="2"/>
            <a:r>
              <a:rPr lang="en-US" noProof="1" smtClean="0"/>
              <a:t>Third level</a:t>
            </a:r>
            <a:endParaRPr lang="en-US" noProof="1" smtClean="0"/>
          </a:p>
          <a:p>
            <a:pPr lvl="3"/>
            <a:r>
              <a:rPr lang="en-US" noProof="1" smtClean="0"/>
              <a:t>Fourth level</a:t>
            </a:r>
            <a:endParaRPr lang="en-US" noProof="1" smtClean="0"/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7" name="Date Placeholder 1027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69CC92-2783-41E1-9E79-FEF1EBCB53F2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  <a:p>
            <a:pPr lvl="1"/>
            <a:r>
              <a:rPr lang="en-US" noProof="1" smtClean="0"/>
              <a:t>Second level</a:t>
            </a:r>
            <a:endParaRPr lang="en-US" noProof="1" smtClean="0"/>
          </a:p>
          <a:p>
            <a:pPr lvl="2"/>
            <a:r>
              <a:rPr lang="en-US" noProof="1" smtClean="0"/>
              <a:t>Third level</a:t>
            </a:r>
            <a:endParaRPr lang="en-US" noProof="1" smtClean="0"/>
          </a:p>
          <a:p>
            <a:pPr lvl="3"/>
            <a:r>
              <a:rPr lang="en-US" noProof="1" smtClean="0"/>
              <a:t>Fourth level</a:t>
            </a:r>
            <a:endParaRPr lang="en-US" noProof="1" smtClean="0"/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  <a:p>
            <a:pPr lvl="1"/>
            <a:r>
              <a:rPr lang="en-US" noProof="1" smtClean="0"/>
              <a:t>Second level</a:t>
            </a:r>
            <a:endParaRPr lang="en-US" noProof="1" smtClean="0"/>
          </a:p>
          <a:p>
            <a:pPr lvl="2"/>
            <a:r>
              <a:rPr lang="en-US" noProof="1" smtClean="0"/>
              <a:t>Third level</a:t>
            </a:r>
            <a:endParaRPr lang="en-US" noProof="1" smtClean="0"/>
          </a:p>
          <a:p>
            <a:pPr lvl="3"/>
            <a:r>
              <a:rPr lang="en-US" noProof="1" smtClean="0"/>
              <a:t>Fourth level</a:t>
            </a:r>
            <a:endParaRPr lang="en-US" noProof="1" smtClean="0"/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7" name="Date Placeholder 1027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1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1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6150C8-096C-492D-AD7F-1676D7F1A2B5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7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BE93E7-8425-44B5-8AFB-E18496A02959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189514-650A-4DA7-A9A4-97041161801F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  <a:p>
            <a:pPr lvl="1"/>
            <a:r>
              <a:rPr lang="en-US" noProof="1" smtClean="0"/>
              <a:t>Second level</a:t>
            </a:r>
            <a:endParaRPr lang="en-US" noProof="1" smtClean="0"/>
          </a:p>
          <a:p>
            <a:pPr lvl="2"/>
            <a:r>
              <a:rPr lang="en-US" noProof="1" smtClean="0"/>
              <a:t>Third level</a:t>
            </a:r>
            <a:endParaRPr lang="en-US" noProof="1" smtClean="0"/>
          </a:p>
          <a:p>
            <a:pPr lvl="3"/>
            <a:r>
              <a:rPr lang="en-US" noProof="1" smtClean="0"/>
              <a:t>Fourth level</a:t>
            </a:r>
            <a:endParaRPr lang="en-US" noProof="1" smtClean="0"/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</p:txBody>
      </p:sp>
      <p:sp>
        <p:nvSpPr>
          <p:cNvPr id="7" name="Date Placeholder 1027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949A2A4-099B-4B17-BC34-38E74F4CB5A2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</p:txBody>
      </p:sp>
      <p:sp>
        <p:nvSpPr>
          <p:cNvPr id="7" name="Date Placeholder 1027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08F3D9-012C-4441-9B3E-E119BC92D2A1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  <a:p>
            <a:pPr lvl="1"/>
            <a:r>
              <a:rPr lang="en-US" noProof="1" smtClean="0"/>
              <a:t>Second level</a:t>
            </a:r>
            <a:endParaRPr lang="en-US" noProof="1" smtClean="0"/>
          </a:p>
          <a:p>
            <a:pPr lvl="2"/>
            <a:r>
              <a:rPr lang="en-US" noProof="1" smtClean="0"/>
              <a:t>Third level</a:t>
            </a:r>
            <a:endParaRPr lang="en-US" noProof="1" smtClean="0"/>
          </a:p>
          <a:p>
            <a:pPr lvl="3"/>
            <a:r>
              <a:rPr lang="en-US" noProof="1" smtClean="0"/>
              <a:t>Fourth level</a:t>
            </a:r>
            <a:endParaRPr lang="en-US" noProof="1" smtClean="0"/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7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D34CEF-7F20-4A94-B417-99529CEFD313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  <a:p>
            <a:pPr lvl="1"/>
            <a:r>
              <a:rPr lang="en-US" noProof="1" smtClean="0"/>
              <a:t>Second level</a:t>
            </a:r>
            <a:endParaRPr lang="en-US" noProof="1" smtClean="0"/>
          </a:p>
          <a:p>
            <a:pPr lvl="2"/>
            <a:r>
              <a:rPr lang="en-US" noProof="1" smtClean="0"/>
              <a:t>Third level</a:t>
            </a:r>
            <a:endParaRPr lang="en-US" noProof="1" smtClean="0"/>
          </a:p>
          <a:p>
            <a:pPr lvl="3"/>
            <a:r>
              <a:rPr lang="en-US" noProof="1" smtClean="0"/>
              <a:t>Fourth level</a:t>
            </a:r>
            <a:endParaRPr lang="en-US" noProof="1" smtClean="0"/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7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81A38DF-4400-40B5-B3EB-CEA7264701E8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 smtClean="0"/>
              <a:t>Click to edit Master subtitle style</a:t>
            </a:r>
            <a:endParaRPr lang="en-US" noProof="1"/>
          </a:p>
        </p:txBody>
      </p:sp>
      <p:sp>
        <p:nvSpPr>
          <p:cNvPr id="7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5C763A-710C-44F4-B926-040F49064B8E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  <a:p>
            <a:pPr lvl="1"/>
            <a:r>
              <a:rPr lang="en-US" noProof="1" smtClean="0"/>
              <a:t>Second level</a:t>
            </a:r>
            <a:endParaRPr lang="en-US" noProof="1" smtClean="0"/>
          </a:p>
          <a:p>
            <a:pPr lvl="2"/>
            <a:r>
              <a:rPr lang="en-US" noProof="1" smtClean="0"/>
              <a:t>Third level</a:t>
            </a:r>
            <a:endParaRPr lang="en-US" noProof="1" smtClean="0"/>
          </a:p>
          <a:p>
            <a:pPr lvl="3"/>
            <a:r>
              <a:rPr lang="en-US" noProof="1" smtClean="0"/>
              <a:t>Fourth level</a:t>
            </a:r>
            <a:endParaRPr lang="en-US" noProof="1" smtClean="0"/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7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6ADF27-ACE3-4035-AB65-D8B8C7AD7AA5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</p:txBody>
      </p:sp>
      <p:sp>
        <p:nvSpPr>
          <p:cNvPr id="7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73D38D-3D39-4068-ADEC-58034D3DF68D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  <a:p>
            <a:pPr lvl="1"/>
            <a:r>
              <a:rPr lang="en-US" noProof="1" smtClean="0"/>
              <a:t>Second level</a:t>
            </a:r>
            <a:endParaRPr lang="en-US" noProof="1" smtClean="0"/>
          </a:p>
          <a:p>
            <a:pPr lvl="2"/>
            <a:r>
              <a:rPr lang="en-US" noProof="1" smtClean="0"/>
              <a:t>Third level</a:t>
            </a:r>
            <a:endParaRPr lang="en-US" noProof="1" smtClean="0"/>
          </a:p>
          <a:p>
            <a:pPr lvl="3"/>
            <a:r>
              <a:rPr lang="en-US" noProof="1" smtClean="0"/>
              <a:t>Fourth level</a:t>
            </a:r>
            <a:endParaRPr lang="en-US" noProof="1" smtClean="0"/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  <a:p>
            <a:pPr lvl="1"/>
            <a:r>
              <a:rPr lang="en-US" noProof="1" smtClean="0"/>
              <a:t>Second level</a:t>
            </a:r>
            <a:endParaRPr lang="en-US" noProof="1" smtClean="0"/>
          </a:p>
          <a:p>
            <a:pPr lvl="2"/>
            <a:r>
              <a:rPr lang="en-US" noProof="1" smtClean="0"/>
              <a:t>Third level</a:t>
            </a:r>
            <a:endParaRPr lang="en-US" noProof="1" smtClean="0"/>
          </a:p>
          <a:p>
            <a:pPr lvl="3"/>
            <a:r>
              <a:rPr lang="en-US" noProof="1" smtClean="0"/>
              <a:t>Fourth level</a:t>
            </a:r>
            <a:endParaRPr lang="en-US" noProof="1" smtClean="0"/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7" name="Date Placeholder 1027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30B2C5-20D1-4F31-9D10-74A3C9703688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  <a:p>
            <a:pPr lvl="1"/>
            <a:r>
              <a:rPr lang="en-US" noProof="1" smtClean="0"/>
              <a:t>Second level</a:t>
            </a:r>
            <a:endParaRPr lang="en-US" noProof="1" smtClean="0"/>
          </a:p>
          <a:p>
            <a:pPr lvl="2"/>
            <a:r>
              <a:rPr lang="en-US" noProof="1" smtClean="0"/>
              <a:t>Third level</a:t>
            </a:r>
            <a:endParaRPr lang="en-US" noProof="1" smtClean="0"/>
          </a:p>
          <a:p>
            <a:pPr lvl="3"/>
            <a:r>
              <a:rPr lang="en-US" noProof="1" smtClean="0"/>
              <a:t>Fourth level</a:t>
            </a:r>
            <a:endParaRPr lang="en-US" noProof="1" smtClean="0"/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  <a:p>
            <a:pPr lvl="1"/>
            <a:r>
              <a:rPr lang="en-US" noProof="1" smtClean="0"/>
              <a:t>Second level</a:t>
            </a:r>
            <a:endParaRPr lang="en-US" noProof="1" smtClean="0"/>
          </a:p>
          <a:p>
            <a:pPr lvl="2"/>
            <a:r>
              <a:rPr lang="en-US" noProof="1" smtClean="0"/>
              <a:t>Third level</a:t>
            </a:r>
            <a:endParaRPr lang="en-US" noProof="1" smtClean="0"/>
          </a:p>
          <a:p>
            <a:pPr lvl="3"/>
            <a:r>
              <a:rPr lang="en-US" noProof="1" smtClean="0"/>
              <a:t>Fourth level</a:t>
            </a:r>
            <a:endParaRPr lang="en-US" noProof="1" smtClean="0"/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7" name="Date Placeholder 1027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1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1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05E53F3-916F-420C-B999-8EF236E80D41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7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EE67F7-C0DB-4D2E-9580-013039D1048B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A7EB3F-90AC-4290-9DD5-CE3B04AF5290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  <a:p>
            <a:pPr lvl="1"/>
            <a:r>
              <a:rPr lang="en-US" noProof="1" smtClean="0"/>
              <a:t>Second level</a:t>
            </a:r>
            <a:endParaRPr lang="en-US" noProof="1" smtClean="0"/>
          </a:p>
          <a:p>
            <a:pPr lvl="2"/>
            <a:r>
              <a:rPr lang="en-US" noProof="1" smtClean="0"/>
              <a:t>Third level</a:t>
            </a:r>
            <a:endParaRPr lang="en-US" noProof="1" smtClean="0"/>
          </a:p>
          <a:p>
            <a:pPr lvl="3"/>
            <a:r>
              <a:rPr lang="en-US" noProof="1" smtClean="0"/>
              <a:t>Fourth level</a:t>
            </a:r>
            <a:endParaRPr lang="en-US" noProof="1" smtClean="0"/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</p:txBody>
      </p:sp>
      <p:sp>
        <p:nvSpPr>
          <p:cNvPr id="7" name="Date Placeholder 1027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EA0121-7CB2-41DE-B3A3-D1687D4E07E4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</p:txBody>
      </p:sp>
      <p:sp>
        <p:nvSpPr>
          <p:cNvPr id="7" name="Date Placeholder 1027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166AB9-F90A-408E-93DB-C655C8ADDD77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  <a:p>
            <a:pPr lvl="1"/>
            <a:r>
              <a:rPr lang="en-US" noProof="1" smtClean="0"/>
              <a:t>Second level</a:t>
            </a:r>
            <a:endParaRPr lang="en-US" noProof="1" smtClean="0"/>
          </a:p>
          <a:p>
            <a:pPr lvl="2"/>
            <a:r>
              <a:rPr lang="en-US" noProof="1" smtClean="0"/>
              <a:t>Third level</a:t>
            </a:r>
            <a:endParaRPr lang="en-US" noProof="1" smtClean="0"/>
          </a:p>
          <a:p>
            <a:pPr lvl="3"/>
            <a:r>
              <a:rPr lang="en-US" noProof="1" smtClean="0"/>
              <a:t>Fourth level</a:t>
            </a:r>
            <a:endParaRPr lang="en-US" noProof="1" smtClean="0"/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7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FF4AF5A-59DB-4A69-96C4-7B8FBAB70A1F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noProof="1" smtClean="0"/>
              <a:t>Click to edit Master title style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en-US" noProof="1" smtClean="0"/>
              <a:t>Click to edit Master text styles</a:t>
            </a:r>
            <a:endParaRPr lang="en-US" noProof="1" smtClean="0"/>
          </a:p>
          <a:p>
            <a:pPr lvl="1"/>
            <a:r>
              <a:rPr lang="en-US" noProof="1" smtClean="0"/>
              <a:t>Second level</a:t>
            </a:r>
            <a:endParaRPr lang="en-US" noProof="1" smtClean="0"/>
          </a:p>
          <a:p>
            <a:pPr lvl="2"/>
            <a:r>
              <a:rPr lang="en-US" noProof="1" smtClean="0"/>
              <a:t>Third level</a:t>
            </a:r>
            <a:endParaRPr lang="en-US" noProof="1" smtClean="0"/>
          </a:p>
          <a:p>
            <a:pPr lvl="3"/>
            <a:r>
              <a:rPr lang="en-US" noProof="1" smtClean="0"/>
              <a:t>Fourth level</a:t>
            </a:r>
            <a:endParaRPr lang="en-US" noProof="1" smtClean="0"/>
          </a:p>
          <a:p>
            <a:pPr lvl="4"/>
            <a:r>
              <a:rPr lang="en-US" noProof="1" smtClean="0"/>
              <a:t>Fifth level</a:t>
            </a:r>
            <a:endParaRPr lang="en-US" noProof="1"/>
          </a:p>
        </p:txBody>
      </p:sp>
      <p:sp>
        <p:nvSpPr>
          <p:cNvPr id="7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527816-08A8-4D4E-8B22-C40C8E05D616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7" name="Text Placeholder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noProof="1" dirty="0">
                <a:ea typeface="SimSun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 dirty="0">
                <a:ea typeface="SimSun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 dirty="0">
                <a:ea typeface="SimSun" panose="02010600030101010101" pitchFamily="2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9B579F-33DE-4584-A59F-4978300F1859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Title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3075" name="Text Placeholder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noProof="1" dirty="0">
                <a:ea typeface="SimSun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 dirty="0">
                <a:ea typeface="SimSun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 dirty="0">
                <a:ea typeface="SimSun" panose="02010600030101010101" pitchFamily="2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148527-1BFF-41E3-9910-E61C9ED74785}" type="slidenum">
              <a:rPr kumimoji="0" lang="zh-CN" altLang="en-US" sz="1400" b="0" i="0" u="none" strike="noStrike" kern="1200" cap="none" spc="0" normalizeH="0" baseline="0" noProof="1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742950" lvl="1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lvl="2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lvl="3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lvl="4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jpe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, sky, grass&#10;&#10;Description automatically generated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76" b="4933"/>
          <a:stretch>
            <a:fillRect/>
          </a:stretch>
        </p:blipFill>
        <p:spPr>
          <a:xfrm>
            <a:off x="2158937" y="1666958"/>
            <a:ext cx="1649828" cy="1333104"/>
          </a:xfrm>
          <a:prstGeom prst="hexagon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8" name="Picture 7" descr="A picture containing building, outdoor&#10;&#10;Description automatically generated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41" t="9089" r="16029" b="32617"/>
          <a:stretch>
            <a:fillRect/>
          </a:stretch>
        </p:blipFill>
        <p:spPr>
          <a:xfrm>
            <a:off x="731966" y="2365100"/>
            <a:ext cx="1662059" cy="1333104"/>
          </a:xfrm>
          <a:prstGeom prst="hexagon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9" name="Picture 8" descr="A building with a garden in front of it&#10;&#10;Description automatically generated with low confidence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07" t="10878" r="9328" b="31598"/>
          <a:stretch>
            <a:fillRect/>
          </a:stretch>
        </p:blipFill>
        <p:spPr>
          <a:xfrm>
            <a:off x="2151015" y="3142010"/>
            <a:ext cx="1672598" cy="1314138"/>
          </a:xfrm>
          <a:prstGeom prst="hexagon">
            <a:avLst/>
          </a:prstGeom>
          <a:ln w="88900" cap="sq" cmpd="thickThin">
            <a:solidFill>
              <a:schemeClr val="accent2">
                <a:lumMod val="75000"/>
              </a:schemeClr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13" name="Picture 12" descr="A picture containing sky, building, outdoor, house&#10;&#10;Description automatically generated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5" t="8043" r="20000" b="16161"/>
          <a:stretch>
            <a:fillRect/>
          </a:stretch>
        </p:blipFill>
        <p:spPr>
          <a:xfrm>
            <a:off x="6485557" y="3892037"/>
            <a:ext cx="1583925" cy="1284682"/>
          </a:xfrm>
          <a:prstGeom prst="hexagon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14" name="Picture 13" descr="A picture containing sky, outdoor, tree, road&#10;&#10;Description automatically generated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03" t="30722" r="3015" b="14823"/>
          <a:stretch>
            <a:fillRect/>
          </a:stretch>
        </p:blipFill>
        <p:spPr>
          <a:xfrm>
            <a:off x="3603717" y="3868769"/>
            <a:ext cx="1644233" cy="1352495"/>
          </a:xfrm>
          <a:prstGeom prst="hexagon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11" name="Picture 10" descr="A picture containing text, sky, outdoor, bus&#10;&#10;Description automatically generated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" t="21218" r="3347"/>
          <a:stretch>
            <a:fillRect/>
          </a:stretch>
        </p:blipFill>
        <p:spPr>
          <a:xfrm>
            <a:off x="5039894" y="4637933"/>
            <a:ext cx="1644233" cy="1289852"/>
          </a:xfrm>
          <a:prstGeom prst="hexagon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908" y="2394790"/>
            <a:ext cx="1569425" cy="1337434"/>
          </a:xfrm>
          <a:prstGeom prst="hexagon">
            <a:avLst/>
          </a:prstGeom>
          <a:ln w="88900" cap="sq" cmpd="thickThin">
            <a:solidFill>
              <a:schemeClr val="accent2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21" name="Picture 20" descr="A picture containing indoor, ceiling, floor, empty&#10;&#10;Description automatically generated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39" y="917857"/>
            <a:ext cx="1621521" cy="1324563"/>
          </a:xfrm>
          <a:prstGeom prst="hexagon">
            <a:avLst/>
          </a:prstGeom>
          <a:ln w="88900" cap="sq" cmpd="thickThin">
            <a:solidFill>
              <a:schemeClr val="accent2">
                <a:lumMod val="75000"/>
              </a:schemeClr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9"/>
          <a:srcRect l="3552" b="5907"/>
          <a:stretch>
            <a:fillRect/>
          </a:stretch>
        </p:blipFill>
        <p:spPr>
          <a:xfrm>
            <a:off x="5038907" y="3121889"/>
            <a:ext cx="1644233" cy="1390572"/>
          </a:xfrm>
          <a:prstGeom prst="hexagon">
            <a:avLst/>
          </a:prstGeom>
          <a:ln w="88900" cap="sq" cmpd="thickThin">
            <a:solidFill>
              <a:schemeClr val="accent2">
                <a:lumMod val="75000"/>
              </a:schemeClr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grpSp>
        <p:nvGrpSpPr>
          <p:cNvPr id="33" name="Group 28"/>
          <p:cNvGrpSpPr/>
          <p:nvPr/>
        </p:nvGrpSpPr>
        <p:grpSpPr bwMode="auto">
          <a:xfrm>
            <a:off x="3714362" y="2302212"/>
            <a:ext cx="1412810" cy="1320551"/>
            <a:chOff x="3581400" y="1027113"/>
            <a:chExt cx="1752600" cy="1544638"/>
          </a:xfrm>
        </p:grpSpPr>
        <p:sp>
          <p:nvSpPr>
            <p:cNvPr id="34" name="Oval 33"/>
            <p:cNvSpPr/>
            <p:nvPr/>
          </p:nvSpPr>
          <p:spPr>
            <a:xfrm>
              <a:off x="3581400" y="1027113"/>
              <a:ext cx="1752600" cy="15446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/>
            </a:p>
          </p:txBody>
        </p:sp>
        <p:grpSp>
          <p:nvGrpSpPr>
            <p:cNvPr id="35" name="Group 14"/>
            <p:cNvGrpSpPr/>
            <p:nvPr/>
          </p:nvGrpSpPr>
          <p:grpSpPr bwMode="auto">
            <a:xfrm>
              <a:off x="3733800" y="1200151"/>
              <a:ext cx="1447800" cy="1371600"/>
              <a:chOff x="3501194" y="1783319"/>
              <a:chExt cx="1684420" cy="1524000"/>
            </a:xfrm>
          </p:grpSpPr>
          <p:sp>
            <p:nvSpPr>
              <p:cNvPr id="46" name="Oval 45"/>
              <p:cNvSpPr/>
              <p:nvPr/>
            </p:nvSpPr>
            <p:spPr>
              <a:xfrm>
                <a:off x="3501194" y="1783319"/>
                <a:ext cx="1684420" cy="1524000"/>
              </a:xfrm>
              <a:prstGeom prst="ellipse">
                <a:avLst/>
              </a:prstGeom>
              <a:solidFill>
                <a:schemeClr val="bg1"/>
              </a:solidFill>
              <a:ln w="762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800"/>
              </a:p>
            </p:txBody>
          </p:sp>
          <p:sp>
            <p:nvSpPr>
              <p:cNvPr id="47" name="object 100"/>
              <p:cNvSpPr/>
              <p:nvPr/>
            </p:nvSpPr>
            <p:spPr bwMode="auto">
              <a:xfrm>
                <a:off x="3918166" y="2167830"/>
                <a:ext cx="1271" cy="1271"/>
              </a:xfrm>
              <a:custGeom>
                <a:avLst/>
                <a:gdLst>
                  <a:gd name="T0" fmla="*/ 0 w 1269"/>
                  <a:gd name="T1" fmla="*/ 0 h 1269"/>
                  <a:gd name="T2" fmla="*/ 1195 w 1269"/>
                  <a:gd name="T3" fmla="*/ 1119 h 1269"/>
                  <a:gd name="T4" fmla="*/ 851 w 1269"/>
                  <a:gd name="T5" fmla="*/ 839 h 1269"/>
                  <a:gd name="T6" fmla="*/ 635 w 1269"/>
                  <a:gd name="T7" fmla="*/ 559 h 1269"/>
                  <a:gd name="T8" fmla="*/ 381 w 1269"/>
                  <a:gd name="T9" fmla="*/ 253 h 1269"/>
                  <a:gd name="T10" fmla="*/ 0 w 1269"/>
                  <a:gd name="T11" fmla="*/ 0 h 1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69" h="1269">
                    <a:moveTo>
                      <a:pt x="0" y="0"/>
                    </a:moveTo>
                    <a:lnTo>
                      <a:pt x="1117" y="1041"/>
                    </a:lnTo>
                    <a:lnTo>
                      <a:pt x="812" y="800"/>
                    </a:lnTo>
                    <a:lnTo>
                      <a:pt x="596" y="520"/>
                    </a:lnTo>
                    <a:lnTo>
                      <a:pt x="342" y="2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55E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 sz="1800"/>
              </a:p>
            </p:txBody>
          </p:sp>
        </p:grpSp>
        <p:grpSp>
          <p:nvGrpSpPr>
            <p:cNvPr id="36" name="Group 18"/>
            <p:cNvGrpSpPr/>
            <p:nvPr/>
          </p:nvGrpSpPr>
          <p:grpSpPr bwMode="auto">
            <a:xfrm>
              <a:off x="4044276" y="1504950"/>
              <a:ext cx="908724" cy="690239"/>
              <a:chOff x="3024832" y="1916318"/>
              <a:chExt cx="2492243" cy="1821843"/>
            </a:xfrm>
          </p:grpSpPr>
          <p:sp>
            <p:nvSpPr>
              <p:cNvPr id="37" name="object 29"/>
              <p:cNvSpPr/>
              <p:nvPr/>
            </p:nvSpPr>
            <p:spPr bwMode="auto">
              <a:xfrm>
                <a:off x="3024832" y="3138086"/>
                <a:ext cx="2471420" cy="600075"/>
              </a:xfrm>
              <a:custGeom>
                <a:avLst/>
                <a:gdLst>
                  <a:gd name="T0" fmla="*/ 5998 w 2471420"/>
                  <a:gd name="T1" fmla="*/ 129882 h 600075"/>
                  <a:gd name="T2" fmla="*/ 79786 w 2471420"/>
                  <a:gd name="T3" fmla="*/ 460350 h 600075"/>
                  <a:gd name="T4" fmla="*/ 270573 w 2471420"/>
                  <a:gd name="T5" fmla="*/ 470827 h 600075"/>
                  <a:gd name="T6" fmla="*/ 52271 w 2471420"/>
                  <a:gd name="T7" fmla="*/ 394653 h 600075"/>
                  <a:gd name="T8" fmla="*/ 79753 w 2471420"/>
                  <a:gd name="T9" fmla="*/ 50665 h 600075"/>
                  <a:gd name="T10" fmla="*/ 248983 w 2471420"/>
                  <a:gd name="T11" fmla="*/ 4548 h 600075"/>
                  <a:gd name="T12" fmla="*/ 243648 w 2471420"/>
                  <a:gd name="T13" fmla="*/ 447435 h 600075"/>
                  <a:gd name="T14" fmla="*/ 273735 w 2471420"/>
                  <a:gd name="T15" fmla="*/ 445477 h 600075"/>
                  <a:gd name="T16" fmla="*/ 264871 w 2471420"/>
                  <a:gd name="T17" fmla="*/ 32334 h 600075"/>
                  <a:gd name="T18" fmla="*/ 346608 w 2471420"/>
                  <a:gd name="T19" fmla="*/ 8877 h 600075"/>
                  <a:gd name="T20" fmla="*/ 394190 w 2471420"/>
                  <a:gd name="T21" fmla="*/ 161925 h 600075"/>
                  <a:gd name="T22" fmla="*/ 374497 w 2471420"/>
                  <a:gd name="T23" fmla="*/ 141935 h 600075"/>
                  <a:gd name="T24" fmla="*/ 532352 w 2471420"/>
                  <a:gd name="T25" fmla="*/ 180440 h 600075"/>
                  <a:gd name="T26" fmla="*/ 581075 w 2471420"/>
                  <a:gd name="T27" fmla="*/ 468274 h 600075"/>
                  <a:gd name="T28" fmla="*/ 438394 w 2471420"/>
                  <a:gd name="T29" fmla="*/ 131446 h 600075"/>
                  <a:gd name="T30" fmla="*/ 460057 w 2471420"/>
                  <a:gd name="T31" fmla="*/ 130555 h 600075"/>
                  <a:gd name="T32" fmla="*/ 695109 w 2471420"/>
                  <a:gd name="T33" fmla="*/ 70967 h 600075"/>
                  <a:gd name="T34" fmla="*/ 672934 w 2471420"/>
                  <a:gd name="T35" fmla="*/ 139407 h 600075"/>
                  <a:gd name="T36" fmla="*/ 695109 w 2471420"/>
                  <a:gd name="T37" fmla="*/ 133705 h 600075"/>
                  <a:gd name="T38" fmla="*/ 818045 w 2471420"/>
                  <a:gd name="T39" fmla="*/ 473976 h 600075"/>
                  <a:gd name="T40" fmla="*/ 907310 w 2471420"/>
                  <a:gd name="T41" fmla="*/ 156527 h 600075"/>
                  <a:gd name="T42" fmla="*/ 957291 w 2471420"/>
                  <a:gd name="T43" fmla="*/ 160135 h 600075"/>
                  <a:gd name="T44" fmla="*/ 1032230 w 2471420"/>
                  <a:gd name="T45" fmla="*/ 473976 h 600075"/>
                  <a:gd name="T46" fmla="*/ 925779 w 2471420"/>
                  <a:gd name="T47" fmla="*/ 130555 h 600075"/>
                  <a:gd name="T48" fmla="*/ 923874 w 2471420"/>
                  <a:gd name="T49" fmla="*/ 155244 h 600075"/>
                  <a:gd name="T50" fmla="*/ 1184103 w 2471420"/>
                  <a:gd name="T51" fmla="*/ 143378 h 600075"/>
                  <a:gd name="T52" fmla="*/ 1128304 w 2471420"/>
                  <a:gd name="T53" fmla="*/ 288477 h 600075"/>
                  <a:gd name="T54" fmla="*/ 1126020 w 2471420"/>
                  <a:gd name="T55" fmla="*/ 360565 h 600075"/>
                  <a:gd name="T56" fmla="*/ 1147781 w 2471420"/>
                  <a:gd name="T57" fmla="*/ 417647 h 600075"/>
                  <a:gd name="T58" fmla="*/ 1147076 w 2471420"/>
                  <a:gd name="T59" fmla="*/ 571963 h 600075"/>
                  <a:gd name="T60" fmla="*/ 1199890 w 2471420"/>
                  <a:gd name="T61" fmla="*/ 570750 h 600075"/>
                  <a:gd name="T62" fmla="*/ 1156428 w 2471420"/>
                  <a:gd name="T63" fmla="*/ 444363 h 600075"/>
                  <a:gd name="T64" fmla="*/ 1151369 w 2471420"/>
                  <a:gd name="T65" fmla="*/ 360565 h 600075"/>
                  <a:gd name="T66" fmla="*/ 1343683 w 2471420"/>
                  <a:gd name="T67" fmla="*/ 323799 h 600075"/>
                  <a:gd name="T68" fmla="*/ 1147546 w 2471420"/>
                  <a:gd name="T69" fmla="*/ 239534 h 600075"/>
                  <a:gd name="T70" fmla="*/ 1391500 w 2471420"/>
                  <a:gd name="T71" fmla="*/ 137502 h 600075"/>
                  <a:gd name="T72" fmla="*/ 1342334 w 2471420"/>
                  <a:gd name="T73" fmla="*/ 457908 h 600075"/>
                  <a:gd name="T74" fmla="*/ 1303030 w 2471420"/>
                  <a:gd name="T75" fmla="*/ 570928 h 600075"/>
                  <a:gd name="T76" fmla="*/ 1385176 w 2471420"/>
                  <a:gd name="T77" fmla="*/ 495528 h 600075"/>
                  <a:gd name="T78" fmla="*/ 1172895 w 2471420"/>
                  <a:gd name="T79" fmla="*/ 333324 h 600075"/>
                  <a:gd name="T80" fmla="*/ 1325683 w 2471420"/>
                  <a:gd name="T81" fmla="*/ 333324 h 600075"/>
                  <a:gd name="T82" fmla="*/ 1354137 w 2471420"/>
                  <a:gd name="T83" fmla="*/ 239534 h 600075"/>
                  <a:gd name="T84" fmla="*/ 1343683 w 2471420"/>
                  <a:gd name="T85" fmla="*/ 323799 h 600075"/>
                  <a:gd name="T86" fmla="*/ 1368693 w 2471420"/>
                  <a:gd name="T87" fmla="*/ 186697 h 600075"/>
                  <a:gd name="T88" fmla="*/ 1611388 w 2471420"/>
                  <a:gd name="T89" fmla="*/ 3174 h 600075"/>
                  <a:gd name="T90" fmla="*/ 1683626 w 2471420"/>
                  <a:gd name="T91" fmla="*/ 473976 h 600075"/>
                  <a:gd name="T92" fmla="*/ 1663179 w 2471420"/>
                  <a:gd name="T93" fmla="*/ 446500 h 600075"/>
                  <a:gd name="T94" fmla="*/ 1929498 w 2471420"/>
                  <a:gd name="T95" fmla="*/ 133705 h 600075"/>
                  <a:gd name="T96" fmla="*/ 1975106 w 2471420"/>
                  <a:gd name="T97" fmla="*/ 470545 h 600075"/>
                  <a:gd name="T98" fmla="*/ 2018817 w 2471420"/>
                  <a:gd name="T99" fmla="*/ 452437 h 600075"/>
                  <a:gd name="T100" fmla="*/ 1929498 w 2471420"/>
                  <a:gd name="T101" fmla="*/ 133705 h 600075"/>
                  <a:gd name="T102" fmla="*/ 2148103 w 2471420"/>
                  <a:gd name="T103" fmla="*/ 468274 h 600075"/>
                  <a:gd name="T104" fmla="*/ 2095736 w 2471420"/>
                  <a:gd name="T105" fmla="*/ 436669 h 600075"/>
                  <a:gd name="T106" fmla="*/ 2148103 w 2471420"/>
                  <a:gd name="T107" fmla="*/ 451180 h 600075"/>
                  <a:gd name="T108" fmla="*/ 2236787 w 2471420"/>
                  <a:gd name="T109" fmla="*/ 468274 h 600075"/>
                  <a:gd name="T110" fmla="*/ 2306278 w 2471420"/>
                  <a:gd name="T111" fmla="*/ 158332 h 600075"/>
                  <a:gd name="T112" fmla="*/ 2264689 w 2471420"/>
                  <a:gd name="T113" fmla="*/ 8877 h 600075"/>
                  <a:gd name="T114" fmla="*/ 2438884 w 2471420"/>
                  <a:gd name="T115" fmla="*/ 210864 h 600075"/>
                  <a:gd name="T116" fmla="*/ 2471293 w 2471420"/>
                  <a:gd name="T117" fmla="*/ 252221 h 600075"/>
                  <a:gd name="T118" fmla="*/ 2306264 w 2471420"/>
                  <a:gd name="T119" fmla="*/ 133878 h 600075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2471420" h="600075">
                    <a:moveTo>
                      <a:pt x="155244" y="0"/>
                    </a:moveTo>
                    <a:lnTo>
                      <a:pt x="116237" y="4080"/>
                    </a:lnTo>
                    <a:lnTo>
                      <a:pt x="79786" y="17436"/>
                    </a:lnTo>
                    <a:lnTo>
                      <a:pt x="47913" y="41740"/>
                    </a:lnTo>
                    <a:lnTo>
                      <a:pt x="22643" y="78664"/>
                    </a:lnTo>
                    <a:lnTo>
                      <a:pt x="5998" y="129882"/>
                    </a:lnTo>
                    <a:lnTo>
                      <a:pt x="0" y="197065"/>
                    </a:lnTo>
                    <a:lnTo>
                      <a:pt x="0" y="280720"/>
                    </a:lnTo>
                    <a:lnTo>
                      <a:pt x="5998" y="347904"/>
                    </a:lnTo>
                    <a:lnTo>
                      <a:pt x="22643" y="399121"/>
                    </a:lnTo>
                    <a:lnTo>
                      <a:pt x="47913" y="436046"/>
                    </a:lnTo>
                    <a:lnTo>
                      <a:pt x="79786" y="460350"/>
                    </a:lnTo>
                    <a:lnTo>
                      <a:pt x="116237" y="473706"/>
                    </a:lnTo>
                    <a:lnTo>
                      <a:pt x="155244" y="477786"/>
                    </a:lnTo>
                    <a:lnTo>
                      <a:pt x="194642" y="477064"/>
                    </a:lnTo>
                    <a:lnTo>
                      <a:pt x="225731" y="475332"/>
                    </a:lnTo>
                    <a:lnTo>
                      <a:pt x="248983" y="473243"/>
                    </a:lnTo>
                    <a:lnTo>
                      <a:pt x="270573" y="470827"/>
                    </a:lnTo>
                    <a:lnTo>
                      <a:pt x="276910" y="467017"/>
                    </a:lnTo>
                    <a:lnTo>
                      <a:pt x="276910" y="451180"/>
                    </a:lnTo>
                    <a:lnTo>
                      <a:pt x="155244" y="451180"/>
                    </a:lnTo>
                    <a:lnTo>
                      <a:pt x="114746" y="445437"/>
                    </a:lnTo>
                    <a:lnTo>
                      <a:pt x="79753" y="427132"/>
                    </a:lnTo>
                    <a:lnTo>
                      <a:pt x="52271" y="394653"/>
                    </a:lnTo>
                    <a:lnTo>
                      <a:pt x="34309" y="346387"/>
                    </a:lnTo>
                    <a:lnTo>
                      <a:pt x="27876" y="280720"/>
                    </a:lnTo>
                    <a:lnTo>
                      <a:pt x="27876" y="197065"/>
                    </a:lnTo>
                    <a:lnTo>
                      <a:pt x="34309" y="131405"/>
                    </a:lnTo>
                    <a:lnTo>
                      <a:pt x="52271" y="83142"/>
                    </a:lnTo>
                    <a:lnTo>
                      <a:pt x="79753" y="50665"/>
                    </a:lnTo>
                    <a:lnTo>
                      <a:pt x="114746" y="32362"/>
                    </a:lnTo>
                    <a:lnTo>
                      <a:pt x="155244" y="26619"/>
                    </a:lnTo>
                    <a:lnTo>
                      <a:pt x="276910" y="26619"/>
                    </a:lnTo>
                    <a:lnTo>
                      <a:pt x="276910" y="10782"/>
                    </a:lnTo>
                    <a:lnTo>
                      <a:pt x="270573" y="6972"/>
                    </a:lnTo>
                    <a:lnTo>
                      <a:pt x="248983" y="4548"/>
                    </a:lnTo>
                    <a:lnTo>
                      <a:pt x="225731" y="2455"/>
                    </a:lnTo>
                    <a:lnTo>
                      <a:pt x="194642" y="722"/>
                    </a:lnTo>
                    <a:lnTo>
                      <a:pt x="155244" y="0"/>
                    </a:lnTo>
                    <a:close/>
                  </a:path>
                  <a:path w="2471420" h="600075">
                    <a:moveTo>
                      <a:pt x="273735" y="445477"/>
                    </a:moveTo>
                    <a:lnTo>
                      <a:pt x="264871" y="445477"/>
                    </a:lnTo>
                    <a:lnTo>
                      <a:pt x="243648" y="447435"/>
                    </a:lnTo>
                    <a:lnTo>
                      <a:pt x="216239" y="449276"/>
                    </a:lnTo>
                    <a:lnTo>
                      <a:pt x="185739" y="450644"/>
                    </a:lnTo>
                    <a:lnTo>
                      <a:pt x="155244" y="451180"/>
                    </a:lnTo>
                    <a:lnTo>
                      <a:pt x="276910" y="451180"/>
                    </a:lnTo>
                    <a:lnTo>
                      <a:pt x="276910" y="446747"/>
                    </a:lnTo>
                    <a:lnTo>
                      <a:pt x="273735" y="445477"/>
                    </a:lnTo>
                    <a:close/>
                  </a:path>
                  <a:path w="2471420" h="600075">
                    <a:moveTo>
                      <a:pt x="276910" y="26619"/>
                    </a:moveTo>
                    <a:lnTo>
                      <a:pt x="155244" y="26619"/>
                    </a:lnTo>
                    <a:lnTo>
                      <a:pt x="185739" y="27153"/>
                    </a:lnTo>
                    <a:lnTo>
                      <a:pt x="216239" y="28519"/>
                    </a:lnTo>
                    <a:lnTo>
                      <a:pt x="243648" y="30364"/>
                    </a:lnTo>
                    <a:lnTo>
                      <a:pt x="264871" y="32334"/>
                    </a:lnTo>
                    <a:lnTo>
                      <a:pt x="273735" y="32334"/>
                    </a:lnTo>
                    <a:lnTo>
                      <a:pt x="276910" y="31051"/>
                    </a:lnTo>
                    <a:lnTo>
                      <a:pt x="276910" y="26619"/>
                    </a:lnTo>
                    <a:close/>
                  </a:path>
                  <a:path w="2471420" h="600075">
                    <a:moveTo>
                      <a:pt x="370052" y="3174"/>
                    </a:moveTo>
                    <a:lnTo>
                      <a:pt x="351053" y="3174"/>
                    </a:lnTo>
                    <a:lnTo>
                      <a:pt x="346608" y="8877"/>
                    </a:lnTo>
                    <a:lnTo>
                      <a:pt x="346608" y="468274"/>
                    </a:lnTo>
                    <a:lnTo>
                      <a:pt x="351053" y="473976"/>
                    </a:lnTo>
                    <a:lnTo>
                      <a:pt x="370052" y="473976"/>
                    </a:lnTo>
                    <a:lnTo>
                      <a:pt x="374497" y="468274"/>
                    </a:lnTo>
                    <a:lnTo>
                      <a:pt x="374497" y="166649"/>
                    </a:lnTo>
                    <a:lnTo>
                      <a:pt x="394190" y="161925"/>
                    </a:lnTo>
                    <a:lnTo>
                      <a:pt x="416082" y="158332"/>
                    </a:lnTo>
                    <a:lnTo>
                      <a:pt x="438571" y="156046"/>
                    </a:lnTo>
                    <a:lnTo>
                      <a:pt x="460057" y="155244"/>
                    </a:lnTo>
                    <a:lnTo>
                      <a:pt x="539416" y="155244"/>
                    </a:lnTo>
                    <a:lnTo>
                      <a:pt x="519614" y="141935"/>
                    </a:lnTo>
                    <a:lnTo>
                      <a:pt x="374497" y="141935"/>
                    </a:lnTo>
                    <a:lnTo>
                      <a:pt x="374497" y="8877"/>
                    </a:lnTo>
                    <a:lnTo>
                      <a:pt x="370052" y="3174"/>
                    </a:lnTo>
                    <a:close/>
                  </a:path>
                  <a:path w="2471420" h="600075">
                    <a:moveTo>
                      <a:pt x="539416" y="155244"/>
                    </a:moveTo>
                    <a:lnTo>
                      <a:pt x="460057" y="155244"/>
                    </a:lnTo>
                    <a:lnTo>
                      <a:pt x="503297" y="161662"/>
                    </a:lnTo>
                    <a:lnTo>
                      <a:pt x="532352" y="180440"/>
                    </a:lnTo>
                    <a:lnTo>
                      <a:pt x="548700" y="210864"/>
                    </a:lnTo>
                    <a:lnTo>
                      <a:pt x="553821" y="252221"/>
                    </a:lnTo>
                    <a:lnTo>
                      <a:pt x="553821" y="468274"/>
                    </a:lnTo>
                    <a:lnTo>
                      <a:pt x="557631" y="473976"/>
                    </a:lnTo>
                    <a:lnTo>
                      <a:pt x="577278" y="473976"/>
                    </a:lnTo>
                    <a:lnTo>
                      <a:pt x="581075" y="468274"/>
                    </a:lnTo>
                    <a:lnTo>
                      <a:pt x="581075" y="252221"/>
                    </a:lnTo>
                    <a:lnTo>
                      <a:pt x="574550" y="203266"/>
                    </a:lnTo>
                    <a:lnTo>
                      <a:pt x="553589" y="164771"/>
                    </a:lnTo>
                    <a:lnTo>
                      <a:pt x="539416" y="155244"/>
                    </a:lnTo>
                    <a:close/>
                  </a:path>
                  <a:path w="2471420" h="600075">
                    <a:moveTo>
                      <a:pt x="460057" y="130555"/>
                    </a:moveTo>
                    <a:lnTo>
                      <a:pt x="438394" y="131446"/>
                    </a:lnTo>
                    <a:lnTo>
                      <a:pt x="416086" y="133878"/>
                    </a:lnTo>
                    <a:lnTo>
                      <a:pt x="394374" y="137494"/>
                    </a:lnTo>
                    <a:lnTo>
                      <a:pt x="374497" y="141935"/>
                    </a:lnTo>
                    <a:lnTo>
                      <a:pt x="519614" y="141935"/>
                    </a:lnTo>
                    <a:lnTo>
                      <a:pt x="516117" y="139584"/>
                    </a:lnTo>
                    <a:lnTo>
                      <a:pt x="460057" y="130555"/>
                    </a:lnTo>
                    <a:close/>
                  </a:path>
                  <a:path w="2471420" h="600075">
                    <a:moveTo>
                      <a:pt x="695109" y="0"/>
                    </a:moveTo>
                    <a:lnTo>
                      <a:pt x="678649" y="0"/>
                    </a:lnTo>
                    <a:lnTo>
                      <a:pt x="672934" y="5702"/>
                    </a:lnTo>
                    <a:lnTo>
                      <a:pt x="672934" y="65912"/>
                    </a:lnTo>
                    <a:lnTo>
                      <a:pt x="678649" y="70967"/>
                    </a:lnTo>
                    <a:lnTo>
                      <a:pt x="695109" y="70967"/>
                    </a:lnTo>
                    <a:lnTo>
                      <a:pt x="700811" y="65912"/>
                    </a:lnTo>
                    <a:lnTo>
                      <a:pt x="700811" y="5702"/>
                    </a:lnTo>
                    <a:lnTo>
                      <a:pt x="695109" y="0"/>
                    </a:lnTo>
                    <a:close/>
                  </a:path>
                  <a:path w="2471420" h="600075">
                    <a:moveTo>
                      <a:pt x="695109" y="133705"/>
                    </a:moveTo>
                    <a:lnTo>
                      <a:pt x="678649" y="133705"/>
                    </a:lnTo>
                    <a:lnTo>
                      <a:pt x="672934" y="139407"/>
                    </a:lnTo>
                    <a:lnTo>
                      <a:pt x="672934" y="468274"/>
                    </a:lnTo>
                    <a:lnTo>
                      <a:pt x="678649" y="473976"/>
                    </a:lnTo>
                    <a:lnTo>
                      <a:pt x="695109" y="473976"/>
                    </a:lnTo>
                    <a:lnTo>
                      <a:pt x="700811" y="468274"/>
                    </a:lnTo>
                    <a:lnTo>
                      <a:pt x="700811" y="139407"/>
                    </a:lnTo>
                    <a:lnTo>
                      <a:pt x="695109" y="133705"/>
                    </a:lnTo>
                    <a:close/>
                  </a:path>
                  <a:path w="2471420" h="600075">
                    <a:moveTo>
                      <a:pt x="819302" y="133705"/>
                    </a:moveTo>
                    <a:lnTo>
                      <a:pt x="800303" y="133705"/>
                    </a:lnTo>
                    <a:lnTo>
                      <a:pt x="795858" y="139407"/>
                    </a:lnTo>
                    <a:lnTo>
                      <a:pt x="795858" y="468274"/>
                    </a:lnTo>
                    <a:lnTo>
                      <a:pt x="801560" y="473976"/>
                    </a:lnTo>
                    <a:lnTo>
                      <a:pt x="818045" y="473976"/>
                    </a:lnTo>
                    <a:lnTo>
                      <a:pt x="823734" y="468274"/>
                    </a:lnTo>
                    <a:lnTo>
                      <a:pt x="823734" y="181241"/>
                    </a:lnTo>
                    <a:lnTo>
                      <a:pt x="848209" y="170761"/>
                    </a:lnTo>
                    <a:lnTo>
                      <a:pt x="873571" y="162537"/>
                    </a:lnTo>
                    <a:lnTo>
                      <a:pt x="899049" y="157167"/>
                    </a:lnTo>
                    <a:lnTo>
                      <a:pt x="907310" y="156527"/>
                    </a:lnTo>
                    <a:lnTo>
                      <a:pt x="823734" y="156527"/>
                    </a:lnTo>
                    <a:lnTo>
                      <a:pt x="823734" y="139407"/>
                    </a:lnTo>
                    <a:lnTo>
                      <a:pt x="819302" y="133705"/>
                    </a:lnTo>
                    <a:close/>
                  </a:path>
                  <a:path w="2471420" h="600075">
                    <a:moveTo>
                      <a:pt x="999619" y="155244"/>
                    </a:moveTo>
                    <a:lnTo>
                      <a:pt x="923874" y="155244"/>
                    </a:lnTo>
                    <a:lnTo>
                      <a:pt x="957291" y="160135"/>
                    </a:lnTo>
                    <a:lnTo>
                      <a:pt x="984475" y="176314"/>
                    </a:lnTo>
                    <a:lnTo>
                      <a:pt x="1002748" y="206036"/>
                    </a:lnTo>
                    <a:lnTo>
                      <a:pt x="1009434" y="251561"/>
                    </a:lnTo>
                    <a:lnTo>
                      <a:pt x="1009434" y="468274"/>
                    </a:lnTo>
                    <a:lnTo>
                      <a:pt x="1014463" y="473976"/>
                    </a:lnTo>
                    <a:lnTo>
                      <a:pt x="1032230" y="473976"/>
                    </a:lnTo>
                    <a:lnTo>
                      <a:pt x="1037285" y="468274"/>
                    </a:lnTo>
                    <a:lnTo>
                      <a:pt x="1037285" y="251561"/>
                    </a:lnTo>
                    <a:lnTo>
                      <a:pt x="1028417" y="195503"/>
                    </a:lnTo>
                    <a:lnTo>
                      <a:pt x="1004344" y="158035"/>
                    </a:lnTo>
                    <a:lnTo>
                      <a:pt x="999619" y="155244"/>
                    </a:lnTo>
                    <a:close/>
                  </a:path>
                  <a:path w="2471420" h="600075">
                    <a:moveTo>
                      <a:pt x="925779" y="130555"/>
                    </a:moveTo>
                    <a:lnTo>
                      <a:pt x="900565" y="132381"/>
                    </a:lnTo>
                    <a:lnTo>
                      <a:pt x="874756" y="137588"/>
                    </a:lnTo>
                    <a:lnTo>
                      <a:pt x="848948" y="145772"/>
                    </a:lnTo>
                    <a:lnTo>
                      <a:pt x="823734" y="156527"/>
                    </a:lnTo>
                    <a:lnTo>
                      <a:pt x="907310" y="156527"/>
                    </a:lnTo>
                    <a:lnTo>
                      <a:pt x="923874" y="155244"/>
                    </a:lnTo>
                    <a:lnTo>
                      <a:pt x="999619" y="155244"/>
                    </a:lnTo>
                    <a:lnTo>
                      <a:pt x="968865" y="137079"/>
                    </a:lnTo>
                    <a:lnTo>
                      <a:pt x="925779" y="130555"/>
                    </a:lnTo>
                    <a:close/>
                  </a:path>
                  <a:path w="2471420" h="600075">
                    <a:moveTo>
                      <a:pt x="1385798" y="133705"/>
                    </a:moveTo>
                    <a:lnTo>
                      <a:pt x="1250213" y="133705"/>
                    </a:lnTo>
                    <a:lnTo>
                      <a:pt x="1184103" y="143378"/>
                    </a:lnTo>
                    <a:lnTo>
                      <a:pt x="1144308" y="168317"/>
                    </a:lnTo>
                    <a:lnTo>
                      <a:pt x="1124829" y="202408"/>
                    </a:lnTo>
                    <a:lnTo>
                      <a:pt x="1119670" y="239534"/>
                    </a:lnTo>
                    <a:lnTo>
                      <a:pt x="1119670" y="244601"/>
                    </a:lnTo>
                    <a:lnTo>
                      <a:pt x="1121878" y="268138"/>
                    </a:lnTo>
                    <a:lnTo>
                      <a:pt x="1128304" y="288477"/>
                    </a:lnTo>
                    <a:lnTo>
                      <a:pt x="1138652" y="305734"/>
                    </a:lnTo>
                    <a:lnTo>
                      <a:pt x="1152626" y="320027"/>
                    </a:lnTo>
                    <a:lnTo>
                      <a:pt x="1140716" y="327683"/>
                    </a:lnTo>
                    <a:lnTo>
                      <a:pt x="1132432" y="337667"/>
                    </a:lnTo>
                    <a:lnTo>
                      <a:pt x="1127593" y="348966"/>
                    </a:lnTo>
                    <a:lnTo>
                      <a:pt x="1126020" y="360565"/>
                    </a:lnTo>
                    <a:lnTo>
                      <a:pt x="1127969" y="374234"/>
                    </a:lnTo>
                    <a:lnTo>
                      <a:pt x="1134017" y="386305"/>
                    </a:lnTo>
                    <a:lnTo>
                      <a:pt x="1144461" y="396123"/>
                    </a:lnTo>
                    <a:lnTo>
                      <a:pt x="1159598" y="403034"/>
                    </a:lnTo>
                    <a:lnTo>
                      <a:pt x="1164031" y="404279"/>
                    </a:lnTo>
                    <a:lnTo>
                      <a:pt x="1147781" y="417647"/>
                    </a:lnTo>
                    <a:lnTo>
                      <a:pt x="1132425" y="438026"/>
                    </a:lnTo>
                    <a:lnTo>
                      <a:pt x="1120991" y="464343"/>
                    </a:lnTo>
                    <a:lnTo>
                      <a:pt x="1116507" y="495528"/>
                    </a:lnTo>
                    <a:lnTo>
                      <a:pt x="1116507" y="501230"/>
                    </a:lnTo>
                    <a:lnTo>
                      <a:pt x="1123773" y="540902"/>
                    </a:lnTo>
                    <a:lnTo>
                      <a:pt x="1147076" y="571963"/>
                    </a:lnTo>
                    <a:lnTo>
                      <a:pt x="1188677" y="592213"/>
                    </a:lnTo>
                    <a:lnTo>
                      <a:pt x="1250835" y="599452"/>
                    </a:lnTo>
                    <a:lnTo>
                      <a:pt x="1314067" y="592127"/>
                    </a:lnTo>
                    <a:lnTo>
                      <a:pt x="1346833" y="576021"/>
                    </a:lnTo>
                    <a:lnTo>
                      <a:pt x="1250835" y="576021"/>
                    </a:lnTo>
                    <a:lnTo>
                      <a:pt x="1199890" y="570750"/>
                    </a:lnTo>
                    <a:lnTo>
                      <a:pt x="1166885" y="555732"/>
                    </a:lnTo>
                    <a:lnTo>
                      <a:pt x="1149087" y="532162"/>
                    </a:lnTo>
                    <a:lnTo>
                      <a:pt x="1143762" y="501230"/>
                    </a:lnTo>
                    <a:lnTo>
                      <a:pt x="1143762" y="495528"/>
                    </a:lnTo>
                    <a:lnTo>
                      <a:pt x="1147066" y="467038"/>
                    </a:lnTo>
                    <a:lnTo>
                      <a:pt x="1156428" y="444363"/>
                    </a:lnTo>
                    <a:lnTo>
                      <a:pt x="1171017" y="426198"/>
                    </a:lnTo>
                    <a:lnTo>
                      <a:pt x="1190002" y="411238"/>
                    </a:lnTo>
                    <a:lnTo>
                      <a:pt x="1287862" y="411238"/>
                    </a:lnTo>
                    <a:lnTo>
                      <a:pt x="1283804" y="409994"/>
                    </a:lnTo>
                    <a:lnTo>
                      <a:pt x="1169733" y="380212"/>
                    </a:lnTo>
                    <a:lnTo>
                      <a:pt x="1151369" y="360565"/>
                    </a:lnTo>
                    <a:lnTo>
                      <a:pt x="1152862" y="351755"/>
                    </a:lnTo>
                    <a:lnTo>
                      <a:pt x="1157146" y="344316"/>
                    </a:lnTo>
                    <a:lnTo>
                      <a:pt x="1163922" y="338191"/>
                    </a:lnTo>
                    <a:lnTo>
                      <a:pt x="1172895" y="333324"/>
                    </a:lnTo>
                    <a:lnTo>
                      <a:pt x="1325683" y="333324"/>
                    </a:lnTo>
                    <a:lnTo>
                      <a:pt x="1343683" y="323799"/>
                    </a:lnTo>
                    <a:lnTo>
                      <a:pt x="1250213" y="323799"/>
                    </a:lnTo>
                    <a:lnTo>
                      <a:pt x="1197551" y="315880"/>
                    </a:lnTo>
                    <a:lnTo>
                      <a:pt x="1166328" y="296083"/>
                    </a:lnTo>
                    <a:lnTo>
                      <a:pt x="1151381" y="270344"/>
                    </a:lnTo>
                    <a:lnTo>
                      <a:pt x="1147546" y="244601"/>
                    </a:lnTo>
                    <a:lnTo>
                      <a:pt x="1147546" y="239534"/>
                    </a:lnTo>
                    <a:lnTo>
                      <a:pt x="1151290" y="209655"/>
                    </a:lnTo>
                    <a:lnTo>
                      <a:pt x="1166085" y="183459"/>
                    </a:lnTo>
                    <a:lnTo>
                      <a:pt x="1197277" y="164866"/>
                    </a:lnTo>
                    <a:lnTo>
                      <a:pt x="1250213" y="157797"/>
                    </a:lnTo>
                    <a:lnTo>
                      <a:pt x="1391500" y="157797"/>
                    </a:lnTo>
                    <a:lnTo>
                      <a:pt x="1391500" y="137502"/>
                    </a:lnTo>
                    <a:lnTo>
                      <a:pt x="1385798" y="133705"/>
                    </a:lnTo>
                    <a:close/>
                  </a:path>
                  <a:path w="2471420" h="600075">
                    <a:moveTo>
                      <a:pt x="1287862" y="411238"/>
                    </a:moveTo>
                    <a:lnTo>
                      <a:pt x="1190002" y="411238"/>
                    </a:lnTo>
                    <a:lnTo>
                      <a:pt x="1277467" y="434060"/>
                    </a:lnTo>
                    <a:lnTo>
                      <a:pt x="1318010" y="445897"/>
                    </a:lnTo>
                    <a:lnTo>
                      <a:pt x="1342334" y="457908"/>
                    </a:lnTo>
                    <a:lnTo>
                      <a:pt x="1354182" y="473361"/>
                    </a:lnTo>
                    <a:lnTo>
                      <a:pt x="1357299" y="495528"/>
                    </a:lnTo>
                    <a:lnTo>
                      <a:pt x="1357299" y="501230"/>
                    </a:lnTo>
                    <a:lnTo>
                      <a:pt x="1352518" y="532697"/>
                    </a:lnTo>
                    <a:lnTo>
                      <a:pt x="1335676" y="556209"/>
                    </a:lnTo>
                    <a:lnTo>
                      <a:pt x="1303030" y="570928"/>
                    </a:lnTo>
                    <a:lnTo>
                      <a:pt x="1250835" y="576021"/>
                    </a:lnTo>
                    <a:lnTo>
                      <a:pt x="1346833" y="576021"/>
                    </a:lnTo>
                    <a:lnTo>
                      <a:pt x="1355553" y="571734"/>
                    </a:lnTo>
                    <a:lnTo>
                      <a:pt x="1378265" y="540645"/>
                    </a:lnTo>
                    <a:lnTo>
                      <a:pt x="1385176" y="501230"/>
                    </a:lnTo>
                    <a:lnTo>
                      <a:pt x="1385176" y="495528"/>
                    </a:lnTo>
                    <a:lnTo>
                      <a:pt x="1378870" y="463002"/>
                    </a:lnTo>
                    <a:lnTo>
                      <a:pt x="1359912" y="440164"/>
                    </a:lnTo>
                    <a:lnTo>
                      <a:pt x="1328244" y="423624"/>
                    </a:lnTo>
                    <a:lnTo>
                      <a:pt x="1287862" y="411238"/>
                    </a:lnTo>
                    <a:close/>
                  </a:path>
                  <a:path w="2471420" h="600075">
                    <a:moveTo>
                      <a:pt x="1325683" y="333324"/>
                    </a:moveTo>
                    <a:lnTo>
                      <a:pt x="1172895" y="333324"/>
                    </a:lnTo>
                    <a:lnTo>
                      <a:pt x="1190232" y="339605"/>
                    </a:lnTo>
                    <a:lnTo>
                      <a:pt x="1207987" y="344163"/>
                    </a:lnTo>
                    <a:lnTo>
                      <a:pt x="1227525" y="346940"/>
                    </a:lnTo>
                    <a:lnTo>
                      <a:pt x="1250213" y="347878"/>
                    </a:lnTo>
                    <a:lnTo>
                      <a:pt x="1312673" y="340208"/>
                    </a:lnTo>
                    <a:lnTo>
                      <a:pt x="1325683" y="333324"/>
                    </a:lnTo>
                    <a:close/>
                  </a:path>
                  <a:path w="2471420" h="600075">
                    <a:moveTo>
                      <a:pt x="1391500" y="157797"/>
                    </a:moveTo>
                    <a:lnTo>
                      <a:pt x="1250213" y="157797"/>
                    </a:lnTo>
                    <a:lnTo>
                      <a:pt x="1301196" y="164152"/>
                    </a:lnTo>
                    <a:lnTo>
                      <a:pt x="1333060" y="181554"/>
                    </a:lnTo>
                    <a:lnTo>
                      <a:pt x="1349481" y="207512"/>
                    </a:lnTo>
                    <a:lnTo>
                      <a:pt x="1354137" y="239534"/>
                    </a:lnTo>
                    <a:lnTo>
                      <a:pt x="1354137" y="244601"/>
                    </a:lnTo>
                    <a:lnTo>
                      <a:pt x="1349663" y="275423"/>
                    </a:lnTo>
                    <a:lnTo>
                      <a:pt x="1333546" y="300597"/>
                    </a:lnTo>
                    <a:lnTo>
                      <a:pt x="1301743" y="317573"/>
                    </a:lnTo>
                    <a:lnTo>
                      <a:pt x="1250213" y="323799"/>
                    </a:lnTo>
                    <a:lnTo>
                      <a:pt x="1343683" y="323799"/>
                    </a:lnTo>
                    <a:lnTo>
                      <a:pt x="1353094" y="318819"/>
                    </a:lnTo>
                    <a:lnTo>
                      <a:pt x="1374862" y="286140"/>
                    </a:lnTo>
                    <a:lnTo>
                      <a:pt x="1381366" y="244601"/>
                    </a:lnTo>
                    <a:lnTo>
                      <a:pt x="1381366" y="239534"/>
                    </a:lnTo>
                    <a:lnTo>
                      <a:pt x="1377703" y="209167"/>
                    </a:lnTo>
                    <a:lnTo>
                      <a:pt x="1368693" y="186697"/>
                    </a:lnTo>
                    <a:lnTo>
                      <a:pt x="1357304" y="171002"/>
                    </a:lnTo>
                    <a:lnTo>
                      <a:pt x="1346504" y="160959"/>
                    </a:lnTo>
                    <a:lnTo>
                      <a:pt x="1385798" y="160959"/>
                    </a:lnTo>
                    <a:lnTo>
                      <a:pt x="1391500" y="157797"/>
                    </a:lnTo>
                    <a:close/>
                  </a:path>
                  <a:path w="2471420" h="600075">
                    <a:moveTo>
                      <a:pt x="1630413" y="3174"/>
                    </a:moveTo>
                    <a:lnTo>
                      <a:pt x="1611388" y="3174"/>
                    </a:lnTo>
                    <a:lnTo>
                      <a:pt x="1606956" y="8877"/>
                    </a:lnTo>
                    <a:lnTo>
                      <a:pt x="1606956" y="403034"/>
                    </a:lnTo>
                    <a:lnTo>
                      <a:pt x="1612167" y="436573"/>
                    </a:lnTo>
                    <a:lnTo>
                      <a:pt x="1627241" y="458465"/>
                    </a:lnTo>
                    <a:lnTo>
                      <a:pt x="1651340" y="470376"/>
                    </a:lnTo>
                    <a:lnTo>
                      <a:pt x="1683626" y="473976"/>
                    </a:lnTo>
                    <a:lnTo>
                      <a:pt x="1852701" y="473976"/>
                    </a:lnTo>
                    <a:lnTo>
                      <a:pt x="1857768" y="469544"/>
                    </a:lnTo>
                    <a:lnTo>
                      <a:pt x="1857768" y="451827"/>
                    </a:lnTo>
                    <a:lnTo>
                      <a:pt x="1852701" y="448005"/>
                    </a:lnTo>
                    <a:lnTo>
                      <a:pt x="1683626" y="448005"/>
                    </a:lnTo>
                    <a:lnTo>
                      <a:pt x="1663179" y="446500"/>
                    </a:lnTo>
                    <a:lnTo>
                      <a:pt x="1647840" y="440245"/>
                    </a:lnTo>
                    <a:lnTo>
                      <a:pt x="1638202" y="426627"/>
                    </a:lnTo>
                    <a:lnTo>
                      <a:pt x="1634858" y="403034"/>
                    </a:lnTo>
                    <a:lnTo>
                      <a:pt x="1634858" y="8877"/>
                    </a:lnTo>
                    <a:lnTo>
                      <a:pt x="1630413" y="3174"/>
                    </a:lnTo>
                    <a:close/>
                  </a:path>
                  <a:path w="2471420" h="600075">
                    <a:moveTo>
                      <a:pt x="1929498" y="133705"/>
                    </a:moveTo>
                    <a:lnTo>
                      <a:pt x="1911718" y="133705"/>
                    </a:lnTo>
                    <a:lnTo>
                      <a:pt x="1906676" y="139407"/>
                    </a:lnTo>
                    <a:lnTo>
                      <a:pt x="1906676" y="356120"/>
                    </a:lnTo>
                    <a:lnTo>
                      <a:pt x="1915546" y="411916"/>
                    </a:lnTo>
                    <a:lnTo>
                      <a:pt x="1939623" y="449427"/>
                    </a:lnTo>
                    <a:lnTo>
                      <a:pt x="1975106" y="470545"/>
                    </a:lnTo>
                    <a:lnTo>
                      <a:pt x="2018195" y="477164"/>
                    </a:lnTo>
                    <a:lnTo>
                      <a:pt x="2043395" y="475331"/>
                    </a:lnTo>
                    <a:lnTo>
                      <a:pt x="2069198" y="470111"/>
                    </a:lnTo>
                    <a:lnTo>
                      <a:pt x="2095001" y="461921"/>
                    </a:lnTo>
                    <a:lnTo>
                      <a:pt x="2117251" y="452437"/>
                    </a:lnTo>
                    <a:lnTo>
                      <a:pt x="2018817" y="452437"/>
                    </a:lnTo>
                    <a:lnTo>
                      <a:pt x="1985870" y="447458"/>
                    </a:lnTo>
                    <a:lnTo>
                      <a:pt x="1959102" y="431134"/>
                    </a:lnTo>
                    <a:lnTo>
                      <a:pt x="1941125" y="401382"/>
                    </a:lnTo>
                    <a:lnTo>
                      <a:pt x="1934552" y="356120"/>
                    </a:lnTo>
                    <a:lnTo>
                      <a:pt x="1934552" y="139407"/>
                    </a:lnTo>
                    <a:lnTo>
                      <a:pt x="1929498" y="133705"/>
                    </a:lnTo>
                    <a:close/>
                  </a:path>
                  <a:path w="2471420" h="600075">
                    <a:moveTo>
                      <a:pt x="2148103" y="451180"/>
                    </a:moveTo>
                    <a:lnTo>
                      <a:pt x="2120201" y="451180"/>
                    </a:lnTo>
                    <a:lnTo>
                      <a:pt x="2120201" y="468274"/>
                    </a:lnTo>
                    <a:lnTo>
                      <a:pt x="2124646" y="473976"/>
                    </a:lnTo>
                    <a:lnTo>
                      <a:pt x="2143671" y="473976"/>
                    </a:lnTo>
                    <a:lnTo>
                      <a:pt x="2148103" y="468274"/>
                    </a:lnTo>
                    <a:lnTo>
                      <a:pt x="2148103" y="451180"/>
                    </a:lnTo>
                    <a:close/>
                  </a:path>
                  <a:path w="2471420" h="600075">
                    <a:moveTo>
                      <a:pt x="2142388" y="133705"/>
                    </a:moveTo>
                    <a:lnTo>
                      <a:pt x="2125903" y="133705"/>
                    </a:lnTo>
                    <a:lnTo>
                      <a:pt x="2120201" y="139407"/>
                    </a:lnTo>
                    <a:lnTo>
                      <a:pt x="2120201" y="426453"/>
                    </a:lnTo>
                    <a:lnTo>
                      <a:pt x="2095736" y="436669"/>
                    </a:lnTo>
                    <a:lnTo>
                      <a:pt x="2070384" y="444917"/>
                    </a:lnTo>
                    <a:lnTo>
                      <a:pt x="2044915" y="450429"/>
                    </a:lnTo>
                    <a:lnTo>
                      <a:pt x="2020100" y="452437"/>
                    </a:lnTo>
                    <a:lnTo>
                      <a:pt x="2117251" y="452437"/>
                    </a:lnTo>
                    <a:lnTo>
                      <a:pt x="2120201" y="451180"/>
                    </a:lnTo>
                    <a:lnTo>
                      <a:pt x="2148103" y="451180"/>
                    </a:lnTo>
                    <a:lnTo>
                      <a:pt x="2148103" y="139407"/>
                    </a:lnTo>
                    <a:lnTo>
                      <a:pt x="2142388" y="133705"/>
                    </a:lnTo>
                    <a:close/>
                  </a:path>
                  <a:path w="2471420" h="600075">
                    <a:moveTo>
                      <a:pt x="2260257" y="3174"/>
                    </a:moveTo>
                    <a:lnTo>
                      <a:pt x="2241232" y="3174"/>
                    </a:lnTo>
                    <a:lnTo>
                      <a:pt x="2236787" y="8877"/>
                    </a:lnTo>
                    <a:lnTo>
                      <a:pt x="2236787" y="468274"/>
                    </a:lnTo>
                    <a:lnTo>
                      <a:pt x="2241232" y="473976"/>
                    </a:lnTo>
                    <a:lnTo>
                      <a:pt x="2260257" y="473976"/>
                    </a:lnTo>
                    <a:lnTo>
                      <a:pt x="2264689" y="468274"/>
                    </a:lnTo>
                    <a:lnTo>
                      <a:pt x="2264689" y="166649"/>
                    </a:lnTo>
                    <a:lnTo>
                      <a:pt x="2284381" y="161925"/>
                    </a:lnTo>
                    <a:lnTo>
                      <a:pt x="2306278" y="158332"/>
                    </a:lnTo>
                    <a:lnTo>
                      <a:pt x="2328761" y="156046"/>
                    </a:lnTo>
                    <a:lnTo>
                      <a:pt x="2350211" y="155244"/>
                    </a:lnTo>
                    <a:lnTo>
                      <a:pt x="2429613" y="155244"/>
                    </a:lnTo>
                    <a:lnTo>
                      <a:pt x="2409801" y="141935"/>
                    </a:lnTo>
                    <a:lnTo>
                      <a:pt x="2264689" y="141935"/>
                    </a:lnTo>
                    <a:lnTo>
                      <a:pt x="2264689" y="8877"/>
                    </a:lnTo>
                    <a:lnTo>
                      <a:pt x="2260257" y="3174"/>
                    </a:lnTo>
                    <a:close/>
                  </a:path>
                  <a:path w="2471420" h="600075">
                    <a:moveTo>
                      <a:pt x="2429613" y="155244"/>
                    </a:moveTo>
                    <a:lnTo>
                      <a:pt x="2350211" y="155244"/>
                    </a:lnTo>
                    <a:lnTo>
                      <a:pt x="2393481" y="161662"/>
                    </a:lnTo>
                    <a:lnTo>
                      <a:pt x="2422542" y="180440"/>
                    </a:lnTo>
                    <a:lnTo>
                      <a:pt x="2438884" y="210864"/>
                    </a:lnTo>
                    <a:lnTo>
                      <a:pt x="2444000" y="252221"/>
                    </a:lnTo>
                    <a:lnTo>
                      <a:pt x="2444000" y="468274"/>
                    </a:lnTo>
                    <a:lnTo>
                      <a:pt x="2447836" y="473976"/>
                    </a:lnTo>
                    <a:lnTo>
                      <a:pt x="2467457" y="473976"/>
                    </a:lnTo>
                    <a:lnTo>
                      <a:pt x="2471293" y="468274"/>
                    </a:lnTo>
                    <a:lnTo>
                      <a:pt x="2471293" y="252221"/>
                    </a:lnTo>
                    <a:lnTo>
                      <a:pt x="2464764" y="203266"/>
                    </a:lnTo>
                    <a:lnTo>
                      <a:pt x="2443794" y="164771"/>
                    </a:lnTo>
                    <a:lnTo>
                      <a:pt x="2429613" y="155244"/>
                    </a:lnTo>
                    <a:close/>
                  </a:path>
                  <a:path w="2471420" h="600075">
                    <a:moveTo>
                      <a:pt x="2350211" y="130555"/>
                    </a:moveTo>
                    <a:lnTo>
                      <a:pt x="2328563" y="131446"/>
                    </a:lnTo>
                    <a:lnTo>
                      <a:pt x="2306264" y="133878"/>
                    </a:lnTo>
                    <a:lnTo>
                      <a:pt x="2284558" y="137494"/>
                    </a:lnTo>
                    <a:lnTo>
                      <a:pt x="2264689" y="141935"/>
                    </a:lnTo>
                    <a:lnTo>
                      <a:pt x="2409801" y="141935"/>
                    </a:lnTo>
                    <a:lnTo>
                      <a:pt x="2406302" y="139584"/>
                    </a:lnTo>
                    <a:lnTo>
                      <a:pt x="2350211" y="130555"/>
                    </a:ln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 sz="1800"/>
              </a:p>
            </p:txBody>
          </p:sp>
          <p:sp>
            <p:nvSpPr>
              <p:cNvPr id="38" name="object 30"/>
              <p:cNvSpPr>
                <a:spLocks noChangeArrowheads="1"/>
              </p:cNvSpPr>
              <p:nvPr/>
            </p:nvSpPr>
            <p:spPr bwMode="auto">
              <a:xfrm>
                <a:off x="4841337" y="2621864"/>
                <a:ext cx="73774" cy="217735"/>
              </a:xfrm>
              <a:prstGeom prst="rect">
                <a:avLst/>
              </a:prstGeom>
              <a:blipFill dpi="0" rotWithShape="1">
                <a:blip r:embed="rId10"/>
                <a:srcRect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Microsoft JhengHei" panose="020B0604030504040204" pitchFamily="34" charset="-12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Microsoft JhengHei" panose="020B0604030504040204" pitchFamily="34" charset="-12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Microsoft JhengHei" panose="020B0604030504040204" pitchFamily="34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Microsoft JhengHei" panose="020B0604030504040204" pitchFamily="34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Microsoft JhengHei" panose="020B0604030504040204" pitchFamily="34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Microsoft JhengHei" panose="020B0604030504040204" pitchFamily="34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Microsoft JhengHei" panose="020B0604030504040204" pitchFamily="34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Microsoft JhengHei" panose="020B0604030504040204" pitchFamily="34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Microsoft JhengHei" panose="020B0604030504040204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39" name="object 31"/>
              <p:cNvSpPr/>
              <p:nvPr/>
            </p:nvSpPr>
            <p:spPr bwMode="auto">
              <a:xfrm>
                <a:off x="4843340" y="2007613"/>
                <a:ext cx="673735" cy="983615"/>
              </a:xfrm>
              <a:custGeom>
                <a:avLst/>
                <a:gdLst>
                  <a:gd name="T0" fmla="*/ 129140 w 673735"/>
                  <a:gd name="T1" fmla="*/ 26053 h 983614"/>
                  <a:gd name="T2" fmla="*/ 62936 w 673735"/>
                  <a:gd name="T3" fmla="*/ 72147 h 983614"/>
                  <a:gd name="T4" fmla="*/ 142449 w 673735"/>
                  <a:gd name="T5" fmla="*/ 143709 h 983614"/>
                  <a:gd name="T6" fmla="*/ 180619 w 673735"/>
                  <a:gd name="T7" fmla="*/ 235032 h 983614"/>
                  <a:gd name="T8" fmla="*/ 97091 w 673735"/>
                  <a:gd name="T9" fmla="*/ 302552 h 983614"/>
                  <a:gd name="T10" fmla="*/ 11418 w 673735"/>
                  <a:gd name="T11" fmla="*/ 355161 h 983614"/>
                  <a:gd name="T12" fmla="*/ 10998 w 673735"/>
                  <a:gd name="T13" fmla="*/ 391566 h 983614"/>
                  <a:gd name="T14" fmla="*/ 48333 w 673735"/>
                  <a:gd name="T15" fmla="*/ 391126 h 983614"/>
                  <a:gd name="T16" fmla="*/ 94763 w 673735"/>
                  <a:gd name="T17" fmla="*/ 376317 h 983614"/>
                  <a:gd name="T18" fmla="*/ 202480 w 673735"/>
                  <a:gd name="T19" fmla="*/ 362059 h 983614"/>
                  <a:gd name="T20" fmla="*/ 258557 w 673735"/>
                  <a:gd name="T21" fmla="*/ 472305 h 983614"/>
                  <a:gd name="T22" fmla="*/ 225749 w 673735"/>
                  <a:gd name="T23" fmla="*/ 562492 h 983614"/>
                  <a:gd name="T24" fmla="*/ 189166 w 673735"/>
                  <a:gd name="T25" fmla="*/ 604114 h 983614"/>
                  <a:gd name="T26" fmla="*/ 197437 w 673735"/>
                  <a:gd name="T27" fmla="*/ 624206 h 983614"/>
                  <a:gd name="T28" fmla="*/ 243395 w 673735"/>
                  <a:gd name="T29" fmla="*/ 698831 h 983614"/>
                  <a:gd name="T30" fmla="*/ 239941 w 673735"/>
                  <a:gd name="T31" fmla="*/ 810200 h 983614"/>
                  <a:gd name="T32" fmla="*/ 199025 w 673735"/>
                  <a:gd name="T33" fmla="*/ 884726 h 983614"/>
                  <a:gd name="T34" fmla="*/ 198564 w 673735"/>
                  <a:gd name="T35" fmla="*/ 918668 h 983614"/>
                  <a:gd name="T36" fmla="*/ 274574 w 673735"/>
                  <a:gd name="T37" fmla="*/ 983234 h 983614"/>
                  <a:gd name="T38" fmla="*/ 292349 w 673735"/>
                  <a:gd name="T39" fmla="*/ 951386 h 983614"/>
                  <a:gd name="T40" fmla="*/ 292294 w 673735"/>
                  <a:gd name="T41" fmla="*/ 876836 h 983614"/>
                  <a:gd name="T42" fmla="*/ 336615 w 673735"/>
                  <a:gd name="T43" fmla="*/ 697770 h 983614"/>
                  <a:gd name="T44" fmla="*/ 384108 w 673735"/>
                  <a:gd name="T45" fmla="*/ 693573 h 983614"/>
                  <a:gd name="T46" fmla="*/ 418919 w 673735"/>
                  <a:gd name="T47" fmla="*/ 716077 h 983614"/>
                  <a:gd name="T48" fmla="*/ 530567 w 673735"/>
                  <a:gd name="T49" fmla="*/ 789318 h 983614"/>
                  <a:gd name="T50" fmla="*/ 651991 w 673735"/>
                  <a:gd name="T51" fmla="*/ 832340 h 983614"/>
                  <a:gd name="T52" fmla="*/ 671322 w 673735"/>
                  <a:gd name="T53" fmla="*/ 824307 h 983614"/>
                  <a:gd name="T54" fmla="*/ 643237 w 673735"/>
                  <a:gd name="T55" fmla="*/ 787073 h 983614"/>
                  <a:gd name="T56" fmla="*/ 574446 w 673735"/>
                  <a:gd name="T57" fmla="*/ 764655 h 983614"/>
                  <a:gd name="T58" fmla="*/ 446681 w 673735"/>
                  <a:gd name="T59" fmla="*/ 682971 h 983614"/>
                  <a:gd name="T60" fmla="*/ 461031 w 673735"/>
                  <a:gd name="T61" fmla="*/ 615090 h 983614"/>
                  <a:gd name="T62" fmla="*/ 533547 w 673735"/>
                  <a:gd name="T63" fmla="*/ 539966 h 983614"/>
                  <a:gd name="T64" fmla="*/ 528034 w 673735"/>
                  <a:gd name="T65" fmla="*/ 513946 h 983614"/>
                  <a:gd name="T66" fmla="*/ 511416 w 673735"/>
                  <a:gd name="T67" fmla="*/ 502082 h 983614"/>
                  <a:gd name="T68" fmla="*/ 482805 w 673735"/>
                  <a:gd name="T69" fmla="*/ 521269 h 983614"/>
                  <a:gd name="T70" fmla="*/ 452913 w 673735"/>
                  <a:gd name="T71" fmla="*/ 558667 h 983614"/>
                  <a:gd name="T72" fmla="*/ 362008 w 673735"/>
                  <a:gd name="T73" fmla="*/ 586247 h 983614"/>
                  <a:gd name="T74" fmla="*/ 302666 w 673735"/>
                  <a:gd name="T75" fmla="*/ 486803 h 983614"/>
                  <a:gd name="T76" fmla="*/ 313602 w 673735"/>
                  <a:gd name="T77" fmla="*/ 407909 h 983614"/>
                  <a:gd name="T78" fmla="*/ 421620 w 673735"/>
                  <a:gd name="T79" fmla="*/ 310954 h 983614"/>
                  <a:gd name="T80" fmla="*/ 457849 w 673735"/>
                  <a:gd name="T81" fmla="*/ 271207 h 983614"/>
                  <a:gd name="T82" fmla="*/ 382999 w 673735"/>
                  <a:gd name="T83" fmla="*/ 260646 h 983614"/>
                  <a:gd name="T84" fmla="*/ 323707 w 673735"/>
                  <a:gd name="T85" fmla="*/ 266831 h 983614"/>
                  <a:gd name="T86" fmla="*/ 254490 w 673735"/>
                  <a:gd name="T87" fmla="*/ 219489 h 983614"/>
                  <a:gd name="T88" fmla="*/ 274959 w 673735"/>
                  <a:gd name="T89" fmla="*/ 202647 h 983614"/>
                  <a:gd name="T90" fmla="*/ 312483 w 673735"/>
                  <a:gd name="T91" fmla="*/ 199090 h 983614"/>
                  <a:gd name="T92" fmla="*/ 444487 w 673735"/>
                  <a:gd name="T93" fmla="*/ 135889 h 983614"/>
                  <a:gd name="T94" fmla="*/ 436120 w 673735"/>
                  <a:gd name="T95" fmla="*/ 70465 h 983614"/>
                  <a:gd name="T96" fmla="*/ 389489 w 673735"/>
                  <a:gd name="T97" fmla="*/ 68029 h 983614"/>
                  <a:gd name="T98" fmla="*/ 370293 w 673735"/>
                  <a:gd name="T99" fmla="*/ 99745 h 983614"/>
                  <a:gd name="T100" fmla="*/ 293662 w 673735"/>
                  <a:gd name="T101" fmla="*/ 172719 h 983614"/>
                  <a:gd name="T102" fmla="*/ 209794 w 673735"/>
                  <a:gd name="T103" fmla="*/ 150788 h 983614"/>
                  <a:gd name="T104" fmla="*/ 206476 w 673735"/>
                  <a:gd name="T105" fmla="*/ 74802 h 983614"/>
                  <a:gd name="T106" fmla="*/ 276585 w 673735"/>
                  <a:gd name="T107" fmla="*/ 37444 h 983614"/>
                  <a:gd name="T108" fmla="*/ 292963 w 673735"/>
                  <a:gd name="T109" fmla="*/ 20269 h 983614"/>
                  <a:gd name="T110" fmla="*/ 282885 w 673735"/>
                  <a:gd name="T111" fmla="*/ 5450 h 983614"/>
                  <a:gd name="T112" fmla="*/ 262318 w 673735"/>
                  <a:gd name="T113" fmla="*/ 0 h 983614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673735" h="983614">
                    <a:moveTo>
                      <a:pt x="262318" y="0"/>
                    </a:moveTo>
                    <a:lnTo>
                      <a:pt x="215195" y="3949"/>
                    </a:lnTo>
                    <a:lnTo>
                      <a:pt x="129140" y="26053"/>
                    </a:lnTo>
                    <a:lnTo>
                      <a:pt x="73296" y="47254"/>
                    </a:lnTo>
                    <a:lnTo>
                      <a:pt x="61823" y="61620"/>
                    </a:lnTo>
                    <a:lnTo>
                      <a:pt x="62936" y="72147"/>
                    </a:lnTo>
                    <a:lnTo>
                      <a:pt x="92671" y="106337"/>
                    </a:lnTo>
                    <a:lnTo>
                      <a:pt x="126076" y="130756"/>
                    </a:lnTo>
                    <a:lnTo>
                      <a:pt x="142449" y="143709"/>
                    </a:lnTo>
                    <a:lnTo>
                      <a:pt x="172262" y="180763"/>
                    </a:lnTo>
                    <a:lnTo>
                      <a:pt x="182459" y="220310"/>
                    </a:lnTo>
                    <a:lnTo>
                      <a:pt x="180619" y="235032"/>
                    </a:lnTo>
                    <a:lnTo>
                      <a:pt x="153477" y="273664"/>
                    </a:lnTo>
                    <a:lnTo>
                      <a:pt x="116955" y="293607"/>
                    </a:lnTo>
                    <a:lnTo>
                      <a:pt x="97091" y="302552"/>
                    </a:lnTo>
                    <a:lnTo>
                      <a:pt x="83841" y="308816"/>
                    </a:lnTo>
                    <a:lnTo>
                      <a:pt x="44831" y="330517"/>
                    </a:lnTo>
                    <a:lnTo>
                      <a:pt x="11418" y="355161"/>
                    </a:lnTo>
                    <a:lnTo>
                      <a:pt x="0" y="379387"/>
                    </a:lnTo>
                    <a:lnTo>
                      <a:pt x="2400" y="385965"/>
                    </a:lnTo>
                    <a:lnTo>
                      <a:pt x="10998" y="391566"/>
                    </a:lnTo>
                    <a:lnTo>
                      <a:pt x="20548" y="393484"/>
                    </a:lnTo>
                    <a:lnTo>
                      <a:pt x="34063" y="393934"/>
                    </a:lnTo>
                    <a:lnTo>
                      <a:pt x="48333" y="391126"/>
                    </a:lnTo>
                    <a:lnTo>
                      <a:pt x="63093" y="386449"/>
                    </a:lnTo>
                    <a:lnTo>
                      <a:pt x="78079" y="381292"/>
                    </a:lnTo>
                    <a:lnTo>
                      <a:pt x="94763" y="376317"/>
                    </a:lnTo>
                    <a:lnTo>
                      <a:pt x="148450" y="365442"/>
                    </a:lnTo>
                    <a:lnTo>
                      <a:pt x="185294" y="361311"/>
                    </a:lnTo>
                    <a:lnTo>
                      <a:pt x="202480" y="362059"/>
                    </a:lnTo>
                    <a:lnTo>
                      <a:pt x="234911" y="382777"/>
                    </a:lnTo>
                    <a:lnTo>
                      <a:pt x="251587" y="428053"/>
                    </a:lnTo>
                    <a:lnTo>
                      <a:pt x="258557" y="472305"/>
                    </a:lnTo>
                    <a:lnTo>
                      <a:pt x="258178" y="487197"/>
                    </a:lnTo>
                    <a:lnTo>
                      <a:pt x="245973" y="529729"/>
                    </a:lnTo>
                    <a:lnTo>
                      <a:pt x="225749" y="562453"/>
                    </a:lnTo>
                    <a:lnTo>
                      <a:pt x="199159" y="588305"/>
                    </a:lnTo>
                    <a:lnTo>
                      <a:pt x="192557" y="596183"/>
                    </a:lnTo>
                    <a:lnTo>
                      <a:pt x="189166" y="604075"/>
                    </a:lnTo>
                    <a:lnTo>
                      <a:pt x="189637" y="610742"/>
                    </a:lnTo>
                    <a:lnTo>
                      <a:pt x="192695" y="617435"/>
                    </a:lnTo>
                    <a:lnTo>
                      <a:pt x="197437" y="624167"/>
                    </a:lnTo>
                    <a:lnTo>
                      <a:pt x="215320" y="646451"/>
                    </a:lnTo>
                    <a:lnTo>
                      <a:pt x="226606" y="662760"/>
                    </a:lnTo>
                    <a:lnTo>
                      <a:pt x="243395" y="698792"/>
                    </a:lnTo>
                    <a:lnTo>
                      <a:pt x="249823" y="743531"/>
                    </a:lnTo>
                    <a:lnTo>
                      <a:pt x="249656" y="758380"/>
                    </a:lnTo>
                    <a:lnTo>
                      <a:pt x="239941" y="810161"/>
                    </a:lnTo>
                    <a:lnTo>
                      <a:pt x="210560" y="861421"/>
                    </a:lnTo>
                    <a:lnTo>
                      <a:pt x="203733" y="873505"/>
                    </a:lnTo>
                    <a:lnTo>
                      <a:pt x="199025" y="884687"/>
                    </a:lnTo>
                    <a:lnTo>
                      <a:pt x="196176" y="896072"/>
                    </a:lnTo>
                    <a:lnTo>
                      <a:pt x="195814" y="907454"/>
                    </a:lnTo>
                    <a:lnTo>
                      <a:pt x="198564" y="918629"/>
                    </a:lnTo>
                    <a:lnTo>
                      <a:pt x="232849" y="958816"/>
                    </a:lnTo>
                    <a:lnTo>
                      <a:pt x="265252" y="980427"/>
                    </a:lnTo>
                    <a:lnTo>
                      <a:pt x="274574" y="983195"/>
                    </a:lnTo>
                    <a:lnTo>
                      <a:pt x="280809" y="980427"/>
                    </a:lnTo>
                    <a:lnTo>
                      <a:pt x="289044" y="970116"/>
                    </a:lnTo>
                    <a:lnTo>
                      <a:pt x="292349" y="951347"/>
                    </a:lnTo>
                    <a:lnTo>
                      <a:pt x="292712" y="927677"/>
                    </a:lnTo>
                    <a:lnTo>
                      <a:pt x="292125" y="902665"/>
                    </a:lnTo>
                    <a:lnTo>
                      <a:pt x="292294" y="876797"/>
                    </a:lnTo>
                    <a:lnTo>
                      <a:pt x="296000" y="829911"/>
                    </a:lnTo>
                    <a:lnTo>
                      <a:pt x="312020" y="738839"/>
                    </a:lnTo>
                    <a:lnTo>
                      <a:pt x="336615" y="697731"/>
                    </a:lnTo>
                    <a:lnTo>
                      <a:pt x="362853" y="689871"/>
                    </a:lnTo>
                    <a:lnTo>
                      <a:pt x="376161" y="690918"/>
                    </a:lnTo>
                    <a:lnTo>
                      <a:pt x="384108" y="693534"/>
                    </a:lnTo>
                    <a:lnTo>
                      <a:pt x="391598" y="697396"/>
                    </a:lnTo>
                    <a:lnTo>
                      <a:pt x="398821" y="702071"/>
                    </a:lnTo>
                    <a:lnTo>
                      <a:pt x="418919" y="716038"/>
                    </a:lnTo>
                    <a:lnTo>
                      <a:pt x="458978" y="742518"/>
                    </a:lnTo>
                    <a:lnTo>
                      <a:pt x="494210" y="766613"/>
                    </a:lnTo>
                    <a:lnTo>
                      <a:pt x="530567" y="789279"/>
                    </a:lnTo>
                    <a:lnTo>
                      <a:pt x="574071" y="810221"/>
                    </a:lnTo>
                    <a:lnTo>
                      <a:pt x="615045" y="825934"/>
                    </a:lnTo>
                    <a:lnTo>
                      <a:pt x="651991" y="832301"/>
                    </a:lnTo>
                    <a:lnTo>
                      <a:pt x="660076" y="831659"/>
                    </a:lnTo>
                    <a:lnTo>
                      <a:pt x="666808" y="829208"/>
                    </a:lnTo>
                    <a:lnTo>
                      <a:pt x="671322" y="824268"/>
                    </a:lnTo>
                    <a:lnTo>
                      <a:pt x="673658" y="819340"/>
                    </a:lnTo>
                    <a:lnTo>
                      <a:pt x="673290" y="811822"/>
                    </a:lnTo>
                    <a:lnTo>
                      <a:pt x="643237" y="787034"/>
                    </a:lnTo>
                    <a:lnTo>
                      <a:pt x="630682" y="784110"/>
                    </a:lnTo>
                    <a:lnTo>
                      <a:pt x="615923" y="780330"/>
                    </a:lnTo>
                    <a:lnTo>
                      <a:pt x="574446" y="764616"/>
                    </a:lnTo>
                    <a:lnTo>
                      <a:pt x="532587" y="742429"/>
                    </a:lnTo>
                    <a:lnTo>
                      <a:pt x="477596" y="705942"/>
                    </a:lnTo>
                    <a:lnTo>
                      <a:pt x="446681" y="682932"/>
                    </a:lnTo>
                    <a:lnTo>
                      <a:pt x="431444" y="656894"/>
                    </a:lnTo>
                    <a:lnTo>
                      <a:pt x="433260" y="648262"/>
                    </a:lnTo>
                    <a:lnTo>
                      <a:pt x="461031" y="615051"/>
                    </a:lnTo>
                    <a:lnTo>
                      <a:pt x="498503" y="584469"/>
                    </a:lnTo>
                    <a:lnTo>
                      <a:pt x="508481" y="576299"/>
                    </a:lnTo>
                    <a:lnTo>
                      <a:pt x="533547" y="539927"/>
                    </a:lnTo>
                    <a:lnTo>
                      <a:pt x="533911" y="530189"/>
                    </a:lnTo>
                    <a:lnTo>
                      <a:pt x="531571" y="520750"/>
                    </a:lnTo>
                    <a:lnTo>
                      <a:pt x="528034" y="513907"/>
                    </a:lnTo>
                    <a:lnTo>
                      <a:pt x="523270" y="508030"/>
                    </a:lnTo>
                    <a:lnTo>
                      <a:pt x="517617" y="503836"/>
                    </a:lnTo>
                    <a:lnTo>
                      <a:pt x="511416" y="502043"/>
                    </a:lnTo>
                    <a:lnTo>
                      <a:pt x="502019" y="504273"/>
                    </a:lnTo>
                    <a:lnTo>
                      <a:pt x="492417" y="511186"/>
                    </a:lnTo>
                    <a:lnTo>
                      <a:pt x="482805" y="521230"/>
                    </a:lnTo>
                    <a:lnTo>
                      <a:pt x="473379" y="532853"/>
                    </a:lnTo>
                    <a:lnTo>
                      <a:pt x="463228" y="546135"/>
                    </a:lnTo>
                    <a:lnTo>
                      <a:pt x="452913" y="558628"/>
                    </a:lnTo>
                    <a:lnTo>
                      <a:pt x="417685" y="582187"/>
                    </a:lnTo>
                    <a:lnTo>
                      <a:pt x="380580" y="586854"/>
                    </a:lnTo>
                    <a:lnTo>
                      <a:pt x="362008" y="586208"/>
                    </a:lnTo>
                    <a:lnTo>
                      <a:pt x="318135" y="565848"/>
                    </a:lnTo>
                    <a:lnTo>
                      <a:pt x="305781" y="529597"/>
                    </a:lnTo>
                    <a:lnTo>
                      <a:pt x="302666" y="486803"/>
                    </a:lnTo>
                    <a:lnTo>
                      <a:pt x="302120" y="469771"/>
                    </a:lnTo>
                    <a:lnTo>
                      <a:pt x="302201" y="454056"/>
                    </a:lnTo>
                    <a:lnTo>
                      <a:pt x="313602" y="407909"/>
                    </a:lnTo>
                    <a:lnTo>
                      <a:pt x="334940" y="375431"/>
                    </a:lnTo>
                    <a:lnTo>
                      <a:pt x="374808" y="337218"/>
                    </a:lnTo>
                    <a:lnTo>
                      <a:pt x="421620" y="310954"/>
                    </a:lnTo>
                    <a:lnTo>
                      <a:pt x="431017" y="306291"/>
                    </a:lnTo>
                    <a:lnTo>
                      <a:pt x="461162" y="276136"/>
                    </a:lnTo>
                    <a:lnTo>
                      <a:pt x="457849" y="271207"/>
                    </a:lnTo>
                    <a:lnTo>
                      <a:pt x="415049" y="260192"/>
                    </a:lnTo>
                    <a:lnTo>
                      <a:pt x="398881" y="259810"/>
                    </a:lnTo>
                    <a:lnTo>
                      <a:pt x="382999" y="260646"/>
                    </a:lnTo>
                    <a:lnTo>
                      <a:pt x="367093" y="262293"/>
                    </a:lnTo>
                    <a:lnTo>
                      <a:pt x="338755" y="265704"/>
                    </a:lnTo>
                    <a:lnTo>
                      <a:pt x="323707" y="266831"/>
                    </a:lnTo>
                    <a:lnTo>
                      <a:pt x="281652" y="263155"/>
                    </a:lnTo>
                    <a:lnTo>
                      <a:pt x="254522" y="228746"/>
                    </a:lnTo>
                    <a:lnTo>
                      <a:pt x="254490" y="219489"/>
                    </a:lnTo>
                    <a:lnTo>
                      <a:pt x="257175" y="211785"/>
                    </a:lnTo>
                    <a:lnTo>
                      <a:pt x="264418" y="205711"/>
                    </a:lnTo>
                    <a:lnTo>
                      <a:pt x="274959" y="202647"/>
                    </a:lnTo>
                    <a:lnTo>
                      <a:pt x="287241" y="201355"/>
                    </a:lnTo>
                    <a:lnTo>
                      <a:pt x="299707" y="200596"/>
                    </a:lnTo>
                    <a:lnTo>
                      <a:pt x="312483" y="199090"/>
                    </a:lnTo>
                    <a:lnTo>
                      <a:pt x="356581" y="186838"/>
                    </a:lnTo>
                    <a:lnTo>
                      <a:pt x="405537" y="165395"/>
                    </a:lnTo>
                    <a:lnTo>
                      <a:pt x="444487" y="135889"/>
                    </a:lnTo>
                    <a:lnTo>
                      <a:pt x="465455" y="102869"/>
                    </a:lnTo>
                    <a:lnTo>
                      <a:pt x="464234" y="96329"/>
                    </a:lnTo>
                    <a:lnTo>
                      <a:pt x="436120" y="70465"/>
                    </a:lnTo>
                    <a:lnTo>
                      <a:pt x="409822" y="60485"/>
                    </a:lnTo>
                    <a:lnTo>
                      <a:pt x="397992" y="62064"/>
                    </a:lnTo>
                    <a:lnTo>
                      <a:pt x="389489" y="68029"/>
                    </a:lnTo>
                    <a:lnTo>
                      <a:pt x="382295" y="77281"/>
                    </a:lnTo>
                    <a:lnTo>
                      <a:pt x="376025" y="88344"/>
                    </a:lnTo>
                    <a:lnTo>
                      <a:pt x="370293" y="99745"/>
                    </a:lnTo>
                    <a:lnTo>
                      <a:pt x="362782" y="113891"/>
                    </a:lnTo>
                    <a:lnTo>
                      <a:pt x="333629" y="149898"/>
                    </a:lnTo>
                    <a:lnTo>
                      <a:pt x="293662" y="172719"/>
                    </a:lnTo>
                    <a:lnTo>
                      <a:pt x="276968" y="174123"/>
                    </a:lnTo>
                    <a:lnTo>
                      <a:pt x="259913" y="171392"/>
                    </a:lnTo>
                    <a:lnTo>
                      <a:pt x="209794" y="150788"/>
                    </a:lnTo>
                    <a:lnTo>
                      <a:pt x="182537" y="120484"/>
                    </a:lnTo>
                    <a:lnTo>
                      <a:pt x="184297" y="109221"/>
                    </a:lnTo>
                    <a:lnTo>
                      <a:pt x="206476" y="74802"/>
                    </a:lnTo>
                    <a:lnTo>
                      <a:pt x="239695" y="50455"/>
                    </a:lnTo>
                    <a:lnTo>
                      <a:pt x="264759" y="41647"/>
                    </a:lnTo>
                    <a:lnTo>
                      <a:pt x="276585" y="37444"/>
                    </a:lnTo>
                    <a:lnTo>
                      <a:pt x="286055" y="32200"/>
                    </a:lnTo>
                    <a:lnTo>
                      <a:pt x="291350" y="25133"/>
                    </a:lnTo>
                    <a:lnTo>
                      <a:pt x="292963" y="20269"/>
                    </a:lnTo>
                    <a:lnTo>
                      <a:pt x="291198" y="14033"/>
                    </a:lnTo>
                    <a:lnTo>
                      <a:pt x="287769" y="9613"/>
                    </a:lnTo>
                    <a:lnTo>
                      <a:pt x="282885" y="5450"/>
                    </a:lnTo>
                    <a:lnTo>
                      <a:pt x="276739" y="2654"/>
                    </a:lnTo>
                    <a:lnTo>
                      <a:pt x="269745" y="934"/>
                    </a:lnTo>
                    <a:lnTo>
                      <a:pt x="262318" y="0"/>
                    </a:lnTo>
                    <a:close/>
                  </a:path>
                </a:pathLst>
              </a:custGeom>
              <a:solidFill>
                <a:srgbClr val="055E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 sz="1800"/>
              </a:p>
            </p:txBody>
          </p:sp>
          <p:sp>
            <p:nvSpPr>
              <p:cNvPr id="40" name="object 32"/>
              <p:cNvSpPr>
                <a:spLocks noChangeArrowheads="1"/>
              </p:cNvSpPr>
              <p:nvPr/>
            </p:nvSpPr>
            <p:spPr bwMode="auto">
              <a:xfrm>
                <a:off x="4550136" y="2050336"/>
                <a:ext cx="155173" cy="114595"/>
              </a:xfrm>
              <a:prstGeom prst="rect">
                <a:avLst/>
              </a:prstGeom>
              <a:blipFill dpi="0" rotWithShape="1">
                <a:blip r:embed="rId11"/>
                <a:srcRect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Microsoft JhengHei" panose="020B0604030504040204" pitchFamily="34" charset="-12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Microsoft JhengHei" panose="020B0604030504040204" pitchFamily="34" charset="-12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Microsoft JhengHei" panose="020B0604030504040204" pitchFamily="34" charset="-12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Microsoft JhengHei" panose="020B0604030504040204" pitchFamily="34" charset="-12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Microsoft JhengHei" panose="020B0604030504040204" pitchFamily="34" charset="-12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Microsoft JhengHei" panose="020B0604030504040204" pitchFamily="34" charset="-12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Microsoft JhengHei" panose="020B0604030504040204" pitchFamily="34" charset="-12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Microsoft JhengHei" panose="020B0604030504040204" pitchFamily="34" charset="-12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Microsoft JhengHei" panose="020B0604030504040204" pitchFamily="34" charset="-12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1" name="object 33"/>
              <p:cNvSpPr/>
              <p:nvPr/>
            </p:nvSpPr>
            <p:spPr bwMode="auto">
              <a:xfrm>
                <a:off x="4394027" y="2287746"/>
                <a:ext cx="386080" cy="652145"/>
              </a:xfrm>
              <a:custGeom>
                <a:avLst/>
                <a:gdLst>
                  <a:gd name="T0" fmla="*/ 304488 w 386079"/>
                  <a:gd name="T1" fmla="*/ 5128 h 652144"/>
                  <a:gd name="T2" fmla="*/ 202043 w 386079"/>
                  <a:gd name="T3" fmla="*/ 24782 h 652144"/>
                  <a:gd name="T4" fmla="*/ 92506 w 386079"/>
                  <a:gd name="T5" fmla="*/ 62145 h 652144"/>
                  <a:gd name="T6" fmla="*/ 253 w 386079"/>
                  <a:gd name="T7" fmla="*/ 122432 h 652144"/>
                  <a:gd name="T8" fmla="*/ 2019 w 386079"/>
                  <a:gd name="T9" fmla="*/ 132618 h 652144"/>
                  <a:gd name="T10" fmla="*/ 41951 w 386079"/>
                  <a:gd name="T11" fmla="*/ 114756 h 652144"/>
                  <a:gd name="T12" fmla="*/ 101282 w 386079"/>
                  <a:gd name="T13" fmla="*/ 86250 h 652144"/>
                  <a:gd name="T14" fmla="*/ 149134 w 386079"/>
                  <a:gd name="T15" fmla="*/ 73227 h 652144"/>
                  <a:gd name="T16" fmla="*/ 196320 w 386079"/>
                  <a:gd name="T17" fmla="*/ 96164 h 652144"/>
                  <a:gd name="T18" fmla="*/ 209102 w 386079"/>
                  <a:gd name="T19" fmla="*/ 156720 h 652144"/>
                  <a:gd name="T20" fmla="*/ 192697 w 386079"/>
                  <a:gd name="T21" fmla="*/ 226340 h 652144"/>
                  <a:gd name="T22" fmla="*/ 136894 w 386079"/>
                  <a:gd name="T23" fmla="*/ 329084 h 652144"/>
                  <a:gd name="T24" fmla="*/ 102234 w 386079"/>
                  <a:gd name="T25" fmla="*/ 384345 h 652144"/>
                  <a:gd name="T26" fmla="*/ 85677 w 386079"/>
                  <a:gd name="T27" fmla="*/ 414898 h 652144"/>
                  <a:gd name="T28" fmla="*/ 84340 w 386079"/>
                  <a:gd name="T29" fmla="*/ 439793 h 652144"/>
                  <a:gd name="T30" fmla="*/ 105964 w 386079"/>
                  <a:gd name="T31" fmla="*/ 451069 h 652144"/>
                  <a:gd name="T32" fmla="*/ 144450 w 386079"/>
                  <a:gd name="T33" fmla="*/ 456572 h 652144"/>
                  <a:gd name="T34" fmla="*/ 188747 w 386079"/>
                  <a:gd name="T35" fmla="*/ 482046 h 652144"/>
                  <a:gd name="T36" fmla="*/ 196129 w 386079"/>
                  <a:gd name="T37" fmla="*/ 566611 h 652144"/>
                  <a:gd name="T38" fmla="*/ 198217 w 386079"/>
                  <a:gd name="T39" fmla="*/ 626604 h 652144"/>
                  <a:gd name="T40" fmla="*/ 243351 w 386079"/>
                  <a:gd name="T41" fmla="*/ 652058 h 652144"/>
                  <a:gd name="T42" fmla="*/ 284188 w 386079"/>
                  <a:gd name="T43" fmla="*/ 627213 h 652144"/>
                  <a:gd name="T44" fmla="*/ 286716 w 386079"/>
                  <a:gd name="T45" fmla="*/ 588371 h 652144"/>
                  <a:gd name="T46" fmla="*/ 281860 w 386079"/>
                  <a:gd name="T47" fmla="*/ 475277 h 652144"/>
                  <a:gd name="T48" fmla="*/ 275177 w 386079"/>
                  <a:gd name="T49" fmla="*/ 315152 h 652144"/>
                  <a:gd name="T50" fmla="*/ 275105 w 386079"/>
                  <a:gd name="T51" fmla="*/ 269862 h 652144"/>
                  <a:gd name="T52" fmla="*/ 305867 w 386079"/>
                  <a:gd name="T53" fmla="*/ 182300 h 652144"/>
                  <a:gd name="T54" fmla="*/ 321121 w 386079"/>
                  <a:gd name="T55" fmla="*/ 169741 h 652144"/>
                  <a:gd name="T56" fmla="*/ 327152 w 386079"/>
                  <a:gd name="T57" fmla="*/ 161307 h 652144"/>
                  <a:gd name="T58" fmla="*/ 328714 w 386079"/>
                  <a:gd name="T59" fmla="*/ 153484 h 652144"/>
                  <a:gd name="T60" fmla="*/ 317902 w 386079"/>
                  <a:gd name="T61" fmla="*/ 135818 h 652144"/>
                  <a:gd name="T62" fmla="*/ 291557 w 386079"/>
                  <a:gd name="T63" fmla="*/ 113227 h 652144"/>
                  <a:gd name="T64" fmla="*/ 280510 w 386079"/>
                  <a:gd name="T65" fmla="*/ 61483 h 652144"/>
                  <a:gd name="T66" fmla="*/ 356019 w 386079"/>
                  <a:gd name="T67" fmla="*/ 26138 h 652144"/>
                  <a:gd name="T68" fmla="*/ 371717 w 386079"/>
                  <a:gd name="T69" fmla="*/ 21797 h 652144"/>
                  <a:gd name="T70" fmla="*/ 385725 w 386079"/>
                  <a:gd name="T71" fmla="*/ 12577 h 652144"/>
                  <a:gd name="T72" fmla="*/ 379667 w 386079"/>
                  <a:gd name="T73" fmla="*/ 5465 h 652144"/>
                  <a:gd name="T74" fmla="*/ 358310 w 386079"/>
                  <a:gd name="T75" fmla="*/ 0 h 65214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386079" h="652144">
                    <a:moveTo>
                      <a:pt x="358271" y="0"/>
                    </a:moveTo>
                    <a:lnTo>
                      <a:pt x="304449" y="5128"/>
                    </a:lnTo>
                    <a:lnTo>
                      <a:pt x="256686" y="12442"/>
                    </a:lnTo>
                    <a:lnTo>
                      <a:pt x="202004" y="24782"/>
                    </a:lnTo>
                    <a:lnTo>
                      <a:pt x="132622" y="46938"/>
                    </a:lnTo>
                    <a:lnTo>
                      <a:pt x="92506" y="62145"/>
                    </a:lnTo>
                    <a:lnTo>
                      <a:pt x="31392" y="89898"/>
                    </a:lnTo>
                    <a:lnTo>
                      <a:pt x="253" y="122432"/>
                    </a:lnTo>
                    <a:lnTo>
                      <a:pt x="0" y="127360"/>
                    </a:lnTo>
                    <a:lnTo>
                      <a:pt x="2019" y="132618"/>
                    </a:lnTo>
                    <a:lnTo>
                      <a:pt x="10883" y="132148"/>
                    </a:lnTo>
                    <a:lnTo>
                      <a:pt x="41951" y="114756"/>
                    </a:lnTo>
                    <a:lnTo>
                      <a:pt x="61286" y="104690"/>
                    </a:lnTo>
                    <a:lnTo>
                      <a:pt x="101282" y="86250"/>
                    </a:lnTo>
                    <a:lnTo>
                      <a:pt x="137604" y="74591"/>
                    </a:lnTo>
                    <a:lnTo>
                      <a:pt x="149134" y="73227"/>
                    </a:lnTo>
                    <a:lnTo>
                      <a:pt x="160832" y="73321"/>
                    </a:lnTo>
                    <a:lnTo>
                      <a:pt x="196281" y="96164"/>
                    </a:lnTo>
                    <a:lnTo>
                      <a:pt x="208775" y="143924"/>
                    </a:lnTo>
                    <a:lnTo>
                      <a:pt x="209063" y="156720"/>
                    </a:lnTo>
                    <a:lnTo>
                      <a:pt x="208191" y="169562"/>
                    </a:lnTo>
                    <a:lnTo>
                      <a:pt x="192697" y="226340"/>
                    </a:lnTo>
                    <a:lnTo>
                      <a:pt x="167030" y="278833"/>
                    </a:lnTo>
                    <a:lnTo>
                      <a:pt x="136894" y="329045"/>
                    </a:lnTo>
                    <a:lnTo>
                      <a:pt x="120522" y="354903"/>
                    </a:lnTo>
                    <a:lnTo>
                      <a:pt x="102234" y="384306"/>
                    </a:lnTo>
                    <a:lnTo>
                      <a:pt x="93148" y="399617"/>
                    </a:lnTo>
                    <a:lnTo>
                      <a:pt x="85677" y="414859"/>
                    </a:lnTo>
                    <a:lnTo>
                      <a:pt x="82011" y="428687"/>
                    </a:lnTo>
                    <a:lnTo>
                      <a:pt x="84340" y="439754"/>
                    </a:lnTo>
                    <a:lnTo>
                      <a:pt x="92914" y="446693"/>
                    </a:lnTo>
                    <a:lnTo>
                      <a:pt x="105964" y="451030"/>
                    </a:lnTo>
                    <a:lnTo>
                      <a:pt x="121197" y="453651"/>
                    </a:lnTo>
                    <a:lnTo>
                      <a:pt x="144450" y="456533"/>
                    </a:lnTo>
                    <a:lnTo>
                      <a:pt x="151882" y="457763"/>
                    </a:lnTo>
                    <a:lnTo>
                      <a:pt x="188747" y="482007"/>
                    </a:lnTo>
                    <a:lnTo>
                      <a:pt x="197012" y="531192"/>
                    </a:lnTo>
                    <a:lnTo>
                      <a:pt x="196090" y="566572"/>
                    </a:lnTo>
                    <a:lnTo>
                      <a:pt x="196013" y="583631"/>
                    </a:lnTo>
                    <a:lnTo>
                      <a:pt x="198178" y="626565"/>
                    </a:lnTo>
                    <a:lnTo>
                      <a:pt x="227217" y="651454"/>
                    </a:lnTo>
                    <a:lnTo>
                      <a:pt x="243312" y="652019"/>
                    </a:lnTo>
                    <a:lnTo>
                      <a:pt x="250628" y="651778"/>
                    </a:lnTo>
                    <a:lnTo>
                      <a:pt x="284149" y="627174"/>
                    </a:lnTo>
                    <a:lnTo>
                      <a:pt x="286857" y="601879"/>
                    </a:lnTo>
                    <a:lnTo>
                      <a:pt x="286677" y="588332"/>
                    </a:lnTo>
                    <a:lnTo>
                      <a:pt x="285952" y="565288"/>
                    </a:lnTo>
                    <a:lnTo>
                      <a:pt x="281821" y="475238"/>
                    </a:lnTo>
                    <a:lnTo>
                      <a:pt x="276134" y="342839"/>
                    </a:lnTo>
                    <a:lnTo>
                      <a:pt x="275138" y="315152"/>
                    </a:lnTo>
                    <a:lnTo>
                      <a:pt x="274739" y="287456"/>
                    </a:lnTo>
                    <a:lnTo>
                      <a:pt x="275066" y="269862"/>
                    </a:lnTo>
                    <a:lnTo>
                      <a:pt x="283590" y="218051"/>
                    </a:lnTo>
                    <a:lnTo>
                      <a:pt x="305828" y="182300"/>
                    </a:lnTo>
                    <a:lnTo>
                      <a:pt x="316247" y="174039"/>
                    </a:lnTo>
                    <a:lnTo>
                      <a:pt x="321082" y="169741"/>
                    </a:lnTo>
                    <a:lnTo>
                      <a:pt x="325094" y="164634"/>
                    </a:lnTo>
                    <a:lnTo>
                      <a:pt x="327113" y="161307"/>
                    </a:lnTo>
                    <a:lnTo>
                      <a:pt x="328675" y="157281"/>
                    </a:lnTo>
                    <a:lnTo>
                      <a:pt x="328675" y="153484"/>
                    </a:lnTo>
                    <a:lnTo>
                      <a:pt x="325621" y="144053"/>
                    </a:lnTo>
                    <a:lnTo>
                      <a:pt x="317863" y="135818"/>
                    </a:lnTo>
                    <a:lnTo>
                      <a:pt x="298145" y="120400"/>
                    </a:lnTo>
                    <a:lnTo>
                      <a:pt x="291518" y="113227"/>
                    </a:lnTo>
                    <a:lnTo>
                      <a:pt x="279088" y="70067"/>
                    </a:lnTo>
                    <a:lnTo>
                      <a:pt x="280471" y="61483"/>
                    </a:lnTo>
                    <a:lnTo>
                      <a:pt x="313227" y="36480"/>
                    </a:lnTo>
                    <a:lnTo>
                      <a:pt x="355980" y="26138"/>
                    </a:lnTo>
                    <a:lnTo>
                      <a:pt x="363581" y="24250"/>
                    </a:lnTo>
                    <a:lnTo>
                      <a:pt x="371678" y="21797"/>
                    </a:lnTo>
                    <a:lnTo>
                      <a:pt x="381190" y="18191"/>
                    </a:lnTo>
                    <a:lnTo>
                      <a:pt x="385686" y="12577"/>
                    </a:lnTo>
                    <a:lnTo>
                      <a:pt x="383400" y="8399"/>
                    </a:lnTo>
                    <a:lnTo>
                      <a:pt x="379628" y="5465"/>
                    </a:lnTo>
                    <a:lnTo>
                      <a:pt x="370291" y="1332"/>
                    </a:lnTo>
                    <a:lnTo>
                      <a:pt x="358271" y="0"/>
                    </a:lnTo>
                    <a:close/>
                  </a:path>
                </a:pathLst>
              </a:custGeom>
              <a:solidFill>
                <a:srgbClr val="055E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 sz="1800"/>
              </a:p>
            </p:txBody>
          </p:sp>
          <p:sp>
            <p:nvSpPr>
              <p:cNvPr id="42" name="object 34"/>
              <p:cNvSpPr/>
              <p:nvPr/>
            </p:nvSpPr>
            <p:spPr bwMode="auto">
              <a:xfrm>
                <a:off x="3106817" y="2165944"/>
                <a:ext cx="3175" cy="3175"/>
              </a:xfrm>
              <a:custGeom>
                <a:avLst/>
                <a:gdLst>
                  <a:gd name="T0" fmla="*/ 0 w 3175"/>
                  <a:gd name="T1" fmla="*/ 0 h 3175"/>
                  <a:gd name="T2" fmla="*/ 2844 w 3175"/>
                  <a:gd name="T3" fmla="*/ 2679 h 3175"/>
                  <a:gd name="T4" fmla="*/ 2070 w 3175"/>
                  <a:gd name="T5" fmla="*/ 2057 h 3175"/>
                  <a:gd name="T6" fmla="*/ 1498 w 3175"/>
                  <a:gd name="T7" fmla="*/ 1333 h 3175"/>
                  <a:gd name="T8" fmla="*/ 850 w 3175"/>
                  <a:gd name="T9" fmla="*/ 660 h 3175"/>
                  <a:gd name="T10" fmla="*/ 0 w 3175"/>
                  <a:gd name="T11" fmla="*/ 0 h 317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175" h="3175">
                    <a:moveTo>
                      <a:pt x="0" y="0"/>
                    </a:moveTo>
                    <a:lnTo>
                      <a:pt x="2844" y="2679"/>
                    </a:lnTo>
                    <a:lnTo>
                      <a:pt x="2070" y="2057"/>
                    </a:lnTo>
                    <a:lnTo>
                      <a:pt x="1498" y="1333"/>
                    </a:lnTo>
                    <a:lnTo>
                      <a:pt x="850" y="6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55E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 sz="1800"/>
              </a:p>
            </p:txBody>
          </p:sp>
          <p:sp>
            <p:nvSpPr>
              <p:cNvPr id="43" name="object 35"/>
              <p:cNvSpPr/>
              <p:nvPr/>
            </p:nvSpPr>
            <p:spPr bwMode="auto">
              <a:xfrm>
                <a:off x="3101026" y="2126745"/>
                <a:ext cx="148590" cy="149860"/>
              </a:xfrm>
              <a:custGeom>
                <a:avLst/>
                <a:gdLst>
                  <a:gd name="T0" fmla="*/ 21451 w 148589"/>
                  <a:gd name="T1" fmla="*/ 0 h 149860"/>
                  <a:gd name="T2" fmla="*/ 6681 w 148589"/>
                  <a:gd name="T3" fmla="*/ 7865 h 149860"/>
                  <a:gd name="T4" fmla="*/ 0 w 148589"/>
                  <a:gd name="T5" fmla="*/ 23249 h 149860"/>
                  <a:gd name="T6" fmla="*/ 6647 w 148589"/>
                  <a:gd name="T7" fmla="*/ 39874 h 149860"/>
                  <a:gd name="T8" fmla="*/ 34786 w 148589"/>
                  <a:gd name="T9" fmla="*/ 62389 h 149860"/>
                  <a:gd name="T10" fmla="*/ 60938 w 148589"/>
                  <a:gd name="T11" fmla="*/ 86580 h 149860"/>
                  <a:gd name="T12" fmla="*/ 85327 w 148589"/>
                  <a:gd name="T13" fmla="*/ 112621 h 149860"/>
                  <a:gd name="T14" fmla="*/ 108058 w 148589"/>
                  <a:gd name="T15" fmla="*/ 140687 h 149860"/>
                  <a:gd name="T16" fmla="*/ 113965 w 148589"/>
                  <a:gd name="T17" fmla="*/ 146876 h 149860"/>
                  <a:gd name="T18" fmla="*/ 120102 w 148589"/>
                  <a:gd name="T19" fmla="*/ 149691 h 149860"/>
                  <a:gd name="T20" fmla="*/ 126837 w 148589"/>
                  <a:gd name="T21" fmla="*/ 149220 h 149860"/>
                  <a:gd name="T22" fmla="*/ 134537 w 148589"/>
                  <a:gd name="T23" fmla="*/ 145551 h 149860"/>
                  <a:gd name="T24" fmla="*/ 146932 w 148589"/>
                  <a:gd name="T25" fmla="*/ 137728 h 149860"/>
                  <a:gd name="T26" fmla="*/ 148101 w 148589"/>
                  <a:gd name="T27" fmla="*/ 132825 h 149860"/>
                  <a:gd name="T28" fmla="*/ 143440 w 148589"/>
                  <a:gd name="T29" fmla="*/ 125663 h 149860"/>
                  <a:gd name="T30" fmla="*/ 120566 w 148589"/>
                  <a:gd name="T31" fmla="*/ 92759 h 149860"/>
                  <a:gd name="T32" fmla="*/ 95675 w 148589"/>
                  <a:gd name="T33" fmla="*/ 61994 h 149860"/>
                  <a:gd name="T34" fmla="*/ 68545 w 148589"/>
                  <a:gd name="T35" fmla="*/ 33130 h 149860"/>
                  <a:gd name="T36" fmla="*/ 39070 w 148589"/>
                  <a:gd name="T37" fmla="*/ 5927 h 149860"/>
                  <a:gd name="T38" fmla="*/ 21451 w 148589"/>
                  <a:gd name="T39" fmla="*/ 0 h 14986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48589" h="149860">
                    <a:moveTo>
                      <a:pt x="21451" y="0"/>
                    </a:moveTo>
                    <a:lnTo>
                      <a:pt x="6681" y="7865"/>
                    </a:lnTo>
                    <a:lnTo>
                      <a:pt x="0" y="23249"/>
                    </a:lnTo>
                    <a:lnTo>
                      <a:pt x="6647" y="39874"/>
                    </a:lnTo>
                    <a:lnTo>
                      <a:pt x="34786" y="62389"/>
                    </a:lnTo>
                    <a:lnTo>
                      <a:pt x="60938" y="86580"/>
                    </a:lnTo>
                    <a:lnTo>
                      <a:pt x="85288" y="112621"/>
                    </a:lnTo>
                    <a:lnTo>
                      <a:pt x="108019" y="140687"/>
                    </a:lnTo>
                    <a:lnTo>
                      <a:pt x="113926" y="146876"/>
                    </a:lnTo>
                    <a:lnTo>
                      <a:pt x="120063" y="149691"/>
                    </a:lnTo>
                    <a:lnTo>
                      <a:pt x="126798" y="149220"/>
                    </a:lnTo>
                    <a:lnTo>
                      <a:pt x="134498" y="145551"/>
                    </a:lnTo>
                    <a:lnTo>
                      <a:pt x="146893" y="137728"/>
                    </a:lnTo>
                    <a:lnTo>
                      <a:pt x="148062" y="132825"/>
                    </a:lnTo>
                    <a:lnTo>
                      <a:pt x="143401" y="125663"/>
                    </a:lnTo>
                    <a:lnTo>
                      <a:pt x="120527" y="92759"/>
                    </a:lnTo>
                    <a:lnTo>
                      <a:pt x="95636" y="61994"/>
                    </a:lnTo>
                    <a:lnTo>
                      <a:pt x="68545" y="33130"/>
                    </a:lnTo>
                    <a:lnTo>
                      <a:pt x="39070" y="5927"/>
                    </a:lnTo>
                    <a:lnTo>
                      <a:pt x="21451" y="0"/>
                    </a:lnTo>
                    <a:close/>
                  </a:path>
                </a:pathLst>
              </a:custGeom>
              <a:solidFill>
                <a:srgbClr val="055E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 sz="1800"/>
              </a:p>
            </p:txBody>
          </p:sp>
          <p:sp>
            <p:nvSpPr>
              <p:cNvPr id="44" name="object 36"/>
              <p:cNvSpPr/>
              <p:nvPr/>
            </p:nvSpPr>
            <p:spPr bwMode="auto">
              <a:xfrm>
                <a:off x="3049121" y="2446225"/>
                <a:ext cx="333375" cy="498475"/>
              </a:xfrm>
              <a:custGeom>
                <a:avLst/>
                <a:gdLst>
                  <a:gd name="T0" fmla="*/ 43575 w 333375"/>
                  <a:gd name="T1" fmla="*/ 0 h 498475"/>
                  <a:gd name="T2" fmla="*/ 31764 w 333375"/>
                  <a:gd name="T3" fmla="*/ 0 h 498475"/>
                  <a:gd name="T4" fmla="*/ 21294 w 333375"/>
                  <a:gd name="T5" fmla="*/ 2066 h 498475"/>
                  <a:gd name="T6" fmla="*/ 2116 w 333375"/>
                  <a:gd name="T7" fmla="*/ 78911 h 498475"/>
                  <a:gd name="T8" fmla="*/ 801 w 333375"/>
                  <a:gd name="T9" fmla="*/ 131057 h 498475"/>
                  <a:gd name="T10" fmla="*/ 96 w 333375"/>
                  <a:gd name="T11" fmla="*/ 183180 h 498475"/>
                  <a:gd name="T12" fmla="*/ 0 w 333375"/>
                  <a:gd name="T13" fmla="*/ 235291 h 498475"/>
                  <a:gd name="T14" fmla="*/ 512 w 333375"/>
                  <a:gd name="T15" fmla="*/ 287399 h 498475"/>
                  <a:gd name="T16" fmla="*/ 1634 w 333375"/>
                  <a:gd name="T17" fmla="*/ 339513 h 498475"/>
                  <a:gd name="T18" fmla="*/ 3364 w 333375"/>
                  <a:gd name="T19" fmla="*/ 391644 h 498475"/>
                  <a:gd name="T20" fmla="*/ 5703 w 333375"/>
                  <a:gd name="T21" fmla="*/ 443801 h 498475"/>
                  <a:gd name="T22" fmla="*/ 48252 w 333375"/>
                  <a:gd name="T23" fmla="*/ 497940 h 498475"/>
                  <a:gd name="T24" fmla="*/ 83038 w 333375"/>
                  <a:gd name="T25" fmla="*/ 497892 h 498475"/>
                  <a:gd name="T26" fmla="*/ 114923 w 333375"/>
                  <a:gd name="T27" fmla="*/ 473887 h 498475"/>
                  <a:gd name="T28" fmla="*/ 202034 w 333375"/>
                  <a:gd name="T29" fmla="*/ 352907 h 498475"/>
                  <a:gd name="T30" fmla="*/ 257701 w 333375"/>
                  <a:gd name="T31" fmla="*/ 274538 h 498475"/>
                  <a:gd name="T32" fmla="*/ 312929 w 333375"/>
                  <a:gd name="T33" fmla="*/ 195821 h 498475"/>
                  <a:gd name="T34" fmla="*/ 331130 w 333375"/>
                  <a:gd name="T35" fmla="*/ 153032 h 498475"/>
                  <a:gd name="T36" fmla="*/ 333376 w 333375"/>
                  <a:gd name="T37" fmla="*/ 112826 h 498475"/>
                  <a:gd name="T38" fmla="*/ 331479 w 333375"/>
                  <a:gd name="T39" fmla="*/ 106541 h 498475"/>
                  <a:gd name="T40" fmla="*/ 326572 w 333375"/>
                  <a:gd name="T41" fmla="*/ 102909 h 498475"/>
                  <a:gd name="T42" fmla="*/ 320460 w 333375"/>
                  <a:gd name="T43" fmla="*/ 102566 h 498475"/>
                  <a:gd name="T44" fmla="*/ 314948 w 333375"/>
                  <a:gd name="T45" fmla="*/ 106146 h 498475"/>
                  <a:gd name="T46" fmla="*/ 285910 w 333375"/>
                  <a:gd name="T47" fmla="*/ 145738 h 498475"/>
                  <a:gd name="T48" fmla="*/ 256546 w 333375"/>
                  <a:gd name="T49" fmla="*/ 185046 h 498475"/>
                  <a:gd name="T50" fmla="*/ 226862 w 333375"/>
                  <a:gd name="T51" fmla="*/ 224080 h 498475"/>
                  <a:gd name="T52" fmla="*/ 196861 w 333375"/>
                  <a:gd name="T53" fmla="*/ 262852 h 498475"/>
                  <a:gd name="T54" fmla="*/ 166548 w 333375"/>
                  <a:gd name="T55" fmla="*/ 301371 h 498475"/>
                  <a:gd name="T56" fmla="*/ 135928 w 333375"/>
                  <a:gd name="T57" fmla="*/ 339649 h 498475"/>
                  <a:gd name="T58" fmla="*/ 105005 w 333375"/>
                  <a:gd name="T59" fmla="*/ 377698 h 498475"/>
                  <a:gd name="T60" fmla="*/ 94687 w 333375"/>
                  <a:gd name="T61" fmla="*/ 384406 h 498475"/>
                  <a:gd name="T62" fmla="*/ 83288 w 333375"/>
                  <a:gd name="T63" fmla="*/ 383954 h 498475"/>
                  <a:gd name="T64" fmla="*/ 68492 w 333375"/>
                  <a:gd name="T65" fmla="*/ 317724 h 498475"/>
                  <a:gd name="T66" fmla="*/ 67637 w 333375"/>
                  <a:gd name="T67" fmla="*/ 269606 h 498475"/>
                  <a:gd name="T68" fmla="*/ 67312 w 333375"/>
                  <a:gd name="T69" fmla="*/ 221507 h 498475"/>
                  <a:gd name="T70" fmla="*/ 67519 w 333375"/>
                  <a:gd name="T71" fmla="*/ 173415 h 498475"/>
                  <a:gd name="T72" fmla="*/ 68258 w 333375"/>
                  <a:gd name="T73" fmla="*/ 125317 h 498475"/>
                  <a:gd name="T74" fmla="*/ 69531 w 333375"/>
                  <a:gd name="T75" fmla="*/ 77202 h 498475"/>
                  <a:gd name="T76" fmla="*/ 71337 w 333375"/>
                  <a:gd name="T77" fmla="*/ 29057 h 498475"/>
                  <a:gd name="T78" fmla="*/ 69516 w 333375"/>
                  <a:gd name="T79" fmla="*/ 17868 h 498475"/>
                  <a:gd name="T80" fmla="*/ 63661 w 333375"/>
                  <a:gd name="T81" fmla="*/ 8618 h 498475"/>
                  <a:gd name="T82" fmla="*/ 54705 w 333375"/>
                  <a:gd name="T83" fmla="*/ 2323 h 498475"/>
                  <a:gd name="T84" fmla="*/ 43575 w 333375"/>
                  <a:gd name="T85" fmla="*/ 0 h 498475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333375" h="498475">
                    <a:moveTo>
                      <a:pt x="43575" y="0"/>
                    </a:moveTo>
                    <a:lnTo>
                      <a:pt x="31764" y="0"/>
                    </a:lnTo>
                    <a:lnTo>
                      <a:pt x="21294" y="2066"/>
                    </a:lnTo>
                    <a:lnTo>
                      <a:pt x="2116" y="78911"/>
                    </a:lnTo>
                    <a:lnTo>
                      <a:pt x="801" y="131057"/>
                    </a:lnTo>
                    <a:lnTo>
                      <a:pt x="96" y="183180"/>
                    </a:lnTo>
                    <a:lnTo>
                      <a:pt x="0" y="235291"/>
                    </a:lnTo>
                    <a:lnTo>
                      <a:pt x="512" y="287399"/>
                    </a:lnTo>
                    <a:lnTo>
                      <a:pt x="1634" y="339513"/>
                    </a:lnTo>
                    <a:lnTo>
                      <a:pt x="3364" y="391644"/>
                    </a:lnTo>
                    <a:lnTo>
                      <a:pt x="5703" y="443801"/>
                    </a:lnTo>
                    <a:lnTo>
                      <a:pt x="48252" y="497940"/>
                    </a:lnTo>
                    <a:lnTo>
                      <a:pt x="83038" y="497892"/>
                    </a:lnTo>
                    <a:lnTo>
                      <a:pt x="114923" y="473887"/>
                    </a:lnTo>
                    <a:lnTo>
                      <a:pt x="202034" y="352907"/>
                    </a:lnTo>
                    <a:lnTo>
                      <a:pt x="257701" y="274538"/>
                    </a:lnTo>
                    <a:lnTo>
                      <a:pt x="312929" y="195821"/>
                    </a:lnTo>
                    <a:lnTo>
                      <a:pt x="331130" y="153032"/>
                    </a:lnTo>
                    <a:lnTo>
                      <a:pt x="333376" y="112826"/>
                    </a:lnTo>
                    <a:lnTo>
                      <a:pt x="331479" y="106541"/>
                    </a:lnTo>
                    <a:lnTo>
                      <a:pt x="326572" y="102909"/>
                    </a:lnTo>
                    <a:lnTo>
                      <a:pt x="320460" y="102566"/>
                    </a:lnTo>
                    <a:lnTo>
                      <a:pt x="314948" y="106146"/>
                    </a:lnTo>
                    <a:lnTo>
                      <a:pt x="285910" y="145738"/>
                    </a:lnTo>
                    <a:lnTo>
                      <a:pt x="256546" y="185046"/>
                    </a:lnTo>
                    <a:lnTo>
                      <a:pt x="226862" y="224080"/>
                    </a:lnTo>
                    <a:lnTo>
                      <a:pt x="196861" y="262852"/>
                    </a:lnTo>
                    <a:lnTo>
                      <a:pt x="166548" y="301371"/>
                    </a:lnTo>
                    <a:lnTo>
                      <a:pt x="135928" y="339649"/>
                    </a:lnTo>
                    <a:lnTo>
                      <a:pt x="105005" y="377698"/>
                    </a:lnTo>
                    <a:lnTo>
                      <a:pt x="94687" y="384406"/>
                    </a:lnTo>
                    <a:lnTo>
                      <a:pt x="83288" y="383954"/>
                    </a:lnTo>
                    <a:lnTo>
                      <a:pt x="68492" y="317724"/>
                    </a:lnTo>
                    <a:lnTo>
                      <a:pt x="67637" y="269606"/>
                    </a:lnTo>
                    <a:lnTo>
                      <a:pt x="67312" y="221507"/>
                    </a:lnTo>
                    <a:lnTo>
                      <a:pt x="67519" y="173415"/>
                    </a:lnTo>
                    <a:lnTo>
                      <a:pt x="68258" y="125317"/>
                    </a:lnTo>
                    <a:lnTo>
                      <a:pt x="69531" y="77202"/>
                    </a:lnTo>
                    <a:lnTo>
                      <a:pt x="71337" y="29057"/>
                    </a:lnTo>
                    <a:lnTo>
                      <a:pt x="69516" y="17868"/>
                    </a:lnTo>
                    <a:lnTo>
                      <a:pt x="63661" y="8618"/>
                    </a:lnTo>
                    <a:lnTo>
                      <a:pt x="54705" y="2323"/>
                    </a:lnTo>
                    <a:lnTo>
                      <a:pt x="43575" y="0"/>
                    </a:lnTo>
                    <a:close/>
                  </a:path>
                </a:pathLst>
              </a:custGeom>
              <a:solidFill>
                <a:srgbClr val="055E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 sz="1800"/>
              </a:p>
            </p:txBody>
          </p:sp>
          <p:sp>
            <p:nvSpPr>
              <p:cNvPr id="45" name="object 37"/>
              <p:cNvSpPr/>
              <p:nvPr/>
            </p:nvSpPr>
            <p:spPr bwMode="auto">
              <a:xfrm>
                <a:off x="3476197" y="1916318"/>
                <a:ext cx="481965" cy="1023619"/>
              </a:xfrm>
              <a:custGeom>
                <a:avLst/>
                <a:gdLst>
                  <a:gd name="T0" fmla="*/ 281901 w 481964"/>
                  <a:gd name="T1" fmla="*/ 835659 h 1023619"/>
                  <a:gd name="T2" fmla="*/ 271125 w 481964"/>
                  <a:gd name="T3" fmla="*/ 924559 h 1023619"/>
                  <a:gd name="T4" fmla="*/ 286003 w 481964"/>
                  <a:gd name="T5" fmla="*/ 998219 h 1023619"/>
                  <a:gd name="T6" fmla="*/ 370434 w 481964"/>
                  <a:gd name="T7" fmla="*/ 942339 h 1023619"/>
                  <a:gd name="T8" fmla="*/ 324305 w 481964"/>
                  <a:gd name="T9" fmla="*/ 464819 h 1023619"/>
                  <a:gd name="T10" fmla="*/ 187045 w 481964"/>
                  <a:gd name="T11" fmla="*/ 486409 h 1023619"/>
                  <a:gd name="T12" fmla="*/ 168909 w 481964"/>
                  <a:gd name="T13" fmla="*/ 530859 h 1023619"/>
                  <a:gd name="T14" fmla="*/ 142468 w 481964"/>
                  <a:gd name="T15" fmla="*/ 645159 h 1023619"/>
                  <a:gd name="T16" fmla="*/ 130979 w 481964"/>
                  <a:gd name="T17" fmla="*/ 826769 h 1023619"/>
                  <a:gd name="T18" fmla="*/ 93090 w 481964"/>
                  <a:gd name="T19" fmla="*/ 955039 h 1023619"/>
                  <a:gd name="T20" fmla="*/ 127307 w 481964"/>
                  <a:gd name="T21" fmla="*/ 1021079 h 1023619"/>
                  <a:gd name="T22" fmla="*/ 202072 w 481964"/>
                  <a:gd name="T23" fmla="*/ 897889 h 1023619"/>
                  <a:gd name="T24" fmla="*/ 190915 w 481964"/>
                  <a:gd name="T25" fmla="*/ 848359 h 1023619"/>
                  <a:gd name="T26" fmla="*/ 370712 w 481964"/>
                  <a:gd name="T27" fmla="*/ 811529 h 1023619"/>
                  <a:gd name="T28" fmla="*/ 168781 w 481964"/>
                  <a:gd name="T29" fmla="*/ 711199 h 1023619"/>
                  <a:gd name="T30" fmla="*/ 371470 w 481964"/>
                  <a:gd name="T31" fmla="*/ 638809 h 1023619"/>
                  <a:gd name="T32" fmla="*/ 200685 w 481964"/>
                  <a:gd name="T33" fmla="*/ 588009 h 1023619"/>
                  <a:gd name="T34" fmla="*/ 221994 w 481964"/>
                  <a:gd name="T35" fmla="*/ 568959 h 1023619"/>
                  <a:gd name="T36" fmla="*/ 335573 w 481964"/>
                  <a:gd name="T37" fmla="*/ 478789 h 1023619"/>
                  <a:gd name="T38" fmla="*/ 229156 w 481964"/>
                  <a:gd name="T39" fmla="*/ 673099 h 1023619"/>
                  <a:gd name="T40" fmla="*/ 280790 w 481964"/>
                  <a:gd name="T41" fmla="*/ 728979 h 1023619"/>
                  <a:gd name="T42" fmla="*/ 370859 w 481964"/>
                  <a:gd name="T43" fmla="*/ 694689 h 1023619"/>
                  <a:gd name="T44" fmla="*/ 270117 w 481964"/>
                  <a:gd name="T45" fmla="*/ 568959 h 1023619"/>
                  <a:gd name="T46" fmla="*/ 250453 w 481964"/>
                  <a:gd name="T47" fmla="*/ 637539 h 1023619"/>
                  <a:gd name="T48" fmla="*/ 372125 w 481964"/>
                  <a:gd name="T49" fmla="*/ 584199 h 1023619"/>
                  <a:gd name="T50" fmla="*/ 185839 w 481964"/>
                  <a:gd name="T51" fmla="*/ 278129 h 1023619"/>
                  <a:gd name="T52" fmla="*/ 164757 w 481964"/>
                  <a:gd name="T53" fmla="*/ 382269 h 1023619"/>
                  <a:gd name="T54" fmla="*/ 18237 w 481964"/>
                  <a:gd name="T55" fmla="*/ 483869 h 1023619"/>
                  <a:gd name="T56" fmla="*/ 69404 w 481964"/>
                  <a:gd name="T57" fmla="*/ 490219 h 1023619"/>
                  <a:gd name="T58" fmla="*/ 130606 w 481964"/>
                  <a:gd name="T59" fmla="*/ 469899 h 1023619"/>
                  <a:gd name="T60" fmla="*/ 302208 w 481964"/>
                  <a:gd name="T61" fmla="*/ 431799 h 1023619"/>
                  <a:gd name="T62" fmla="*/ 387729 w 481964"/>
                  <a:gd name="T63" fmla="*/ 372109 h 1023619"/>
                  <a:gd name="T64" fmla="*/ 473571 w 481964"/>
                  <a:gd name="T65" fmla="*/ 359409 h 1023619"/>
                  <a:gd name="T66" fmla="*/ 289600 w 481964"/>
                  <a:gd name="T67" fmla="*/ 345439 h 1023619"/>
                  <a:gd name="T68" fmla="*/ 279828 w 481964"/>
                  <a:gd name="T69" fmla="*/ 273049 h 1023619"/>
                  <a:gd name="T70" fmla="*/ 365113 w 481964"/>
                  <a:gd name="T71" fmla="*/ 340359 h 1023619"/>
                  <a:gd name="T72" fmla="*/ 454824 w 481964"/>
                  <a:gd name="T73" fmla="*/ 330199 h 1023619"/>
                  <a:gd name="T74" fmla="*/ 183184 w 481964"/>
                  <a:gd name="T75" fmla="*/ 133349 h 1023619"/>
                  <a:gd name="T76" fmla="*/ 169194 w 481964"/>
                  <a:gd name="T77" fmla="*/ 240029 h 1023619"/>
                  <a:gd name="T78" fmla="*/ 42825 w 481964"/>
                  <a:gd name="T79" fmla="*/ 270509 h 1023619"/>
                  <a:gd name="T80" fmla="*/ 5956 w 481964"/>
                  <a:gd name="T81" fmla="*/ 285749 h 1023619"/>
                  <a:gd name="T82" fmla="*/ 17703 w 481964"/>
                  <a:gd name="T83" fmla="*/ 309879 h 1023619"/>
                  <a:gd name="T84" fmla="*/ 76715 w 481964"/>
                  <a:gd name="T85" fmla="*/ 290829 h 1023619"/>
                  <a:gd name="T86" fmla="*/ 279828 w 481964"/>
                  <a:gd name="T87" fmla="*/ 273049 h 1023619"/>
                  <a:gd name="T88" fmla="*/ 342021 w 481964"/>
                  <a:gd name="T89" fmla="*/ 264159 h 1023619"/>
                  <a:gd name="T90" fmla="*/ 412110 w 481964"/>
                  <a:gd name="T91" fmla="*/ 238759 h 1023619"/>
                  <a:gd name="T92" fmla="*/ 375651 w 481964"/>
                  <a:gd name="T93" fmla="*/ 226059 h 1023619"/>
                  <a:gd name="T94" fmla="*/ 259118 w 481964"/>
                  <a:gd name="T95" fmla="*/ 200659 h 1023619"/>
                  <a:gd name="T96" fmla="*/ 221149 w 481964"/>
                  <a:gd name="T97" fmla="*/ 0 h 1023619"/>
                  <a:gd name="T98" fmla="*/ 195910 w 481964"/>
                  <a:gd name="T99" fmla="*/ 49529 h 1023619"/>
                  <a:gd name="T100" fmla="*/ 182816 w 481964"/>
                  <a:gd name="T101" fmla="*/ 63499 h 1023619"/>
                  <a:gd name="T102" fmla="*/ 125850 w 481964"/>
                  <a:gd name="T103" fmla="*/ 87629 h 1023619"/>
                  <a:gd name="T104" fmla="*/ 94112 w 481964"/>
                  <a:gd name="T105" fmla="*/ 106679 h 1023619"/>
                  <a:gd name="T106" fmla="*/ 102120 w 481964"/>
                  <a:gd name="T107" fmla="*/ 132079 h 1023619"/>
                  <a:gd name="T108" fmla="*/ 173088 w 481964"/>
                  <a:gd name="T109" fmla="*/ 126999 h 1023619"/>
                  <a:gd name="T110" fmla="*/ 351981 w 481964"/>
                  <a:gd name="T111" fmla="*/ 82549 h 1023619"/>
                  <a:gd name="T112" fmla="*/ 324714 w 481964"/>
                  <a:gd name="T113" fmla="*/ 27939 h 1023619"/>
                  <a:gd name="T114" fmla="*/ 351981 w 481964"/>
                  <a:gd name="T115" fmla="*/ 82549 h 1023619"/>
                  <a:gd name="T116" fmla="*/ 342094 w 481964"/>
                  <a:gd name="T117" fmla="*/ 87629 h 1023619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481964" h="1023619">
                    <a:moveTo>
                      <a:pt x="370775" y="831849"/>
                    </a:moveTo>
                    <a:lnTo>
                      <a:pt x="228542" y="831849"/>
                    </a:lnTo>
                    <a:lnTo>
                      <a:pt x="242023" y="833119"/>
                    </a:lnTo>
                    <a:lnTo>
                      <a:pt x="269851" y="833119"/>
                    </a:lnTo>
                    <a:lnTo>
                      <a:pt x="281862" y="835659"/>
                    </a:lnTo>
                    <a:lnTo>
                      <a:pt x="309410" y="866139"/>
                    </a:lnTo>
                    <a:lnTo>
                      <a:pt x="311807" y="880109"/>
                    </a:lnTo>
                    <a:lnTo>
                      <a:pt x="311413" y="886459"/>
                    </a:lnTo>
                    <a:lnTo>
                      <a:pt x="287959" y="918209"/>
                    </a:lnTo>
                    <a:lnTo>
                      <a:pt x="271086" y="924559"/>
                    </a:lnTo>
                    <a:lnTo>
                      <a:pt x="263722" y="927099"/>
                    </a:lnTo>
                    <a:lnTo>
                      <a:pt x="258546" y="932179"/>
                    </a:lnTo>
                    <a:lnTo>
                      <a:pt x="256366" y="942339"/>
                    </a:lnTo>
                    <a:lnTo>
                      <a:pt x="259954" y="956309"/>
                    </a:lnTo>
                    <a:lnTo>
                      <a:pt x="285964" y="998219"/>
                    </a:lnTo>
                    <a:lnTo>
                      <a:pt x="318325" y="1019809"/>
                    </a:lnTo>
                    <a:lnTo>
                      <a:pt x="337578" y="1023619"/>
                    </a:lnTo>
                    <a:lnTo>
                      <a:pt x="346425" y="1023619"/>
                    </a:lnTo>
                    <a:lnTo>
                      <a:pt x="366259" y="989329"/>
                    </a:lnTo>
                    <a:lnTo>
                      <a:pt x="370395" y="942339"/>
                    </a:lnTo>
                    <a:lnTo>
                      <a:pt x="371124" y="895349"/>
                    </a:lnTo>
                    <a:lnTo>
                      <a:pt x="371014" y="866139"/>
                    </a:lnTo>
                    <a:lnTo>
                      <a:pt x="370814" y="839469"/>
                    </a:lnTo>
                    <a:lnTo>
                      <a:pt x="370775" y="831849"/>
                    </a:lnTo>
                    <a:close/>
                  </a:path>
                  <a:path w="481964" h="1023619">
                    <a:moveTo>
                      <a:pt x="324266" y="464819"/>
                    </a:moveTo>
                    <a:lnTo>
                      <a:pt x="167759" y="464819"/>
                    </a:lnTo>
                    <a:lnTo>
                      <a:pt x="174395" y="466089"/>
                    </a:lnTo>
                    <a:lnTo>
                      <a:pt x="179870" y="468629"/>
                    </a:lnTo>
                    <a:lnTo>
                      <a:pt x="184959" y="476249"/>
                    </a:lnTo>
                    <a:lnTo>
                      <a:pt x="187045" y="486409"/>
                    </a:lnTo>
                    <a:lnTo>
                      <a:pt x="186388" y="497839"/>
                    </a:lnTo>
                    <a:lnTo>
                      <a:pt x="183248" y="507999"/>
                    </a:lnTo>
                    <a:lnTo>
                      <a:pt x="179228" y="516889"/>
                    </a:lnTo>
                    <a:lnTo>
                      <a:pt x="174258" y="524509"/>
                    </a:lnTo>
                    <a:lnTo>
                      <a:pt x="168909" y="530859"/>
                    </a:lnTo>
                    <a:lnTo>
                      <a:pt x="163753" y="538479"/>
                    </a:lnTo>
                    <a:lnTo>
                      <a:pt x="153127" y="561339"/>
                    </a:lnTo>
                    <a:lnTo>
                      <a:pt x="147196" y="588009"/>
                    </a:lnTo>
                    <a:lnTo>
                      <a:pt x="144222" y="617219"/>
                    </a:lnTo>
                    <a:lnTo>
                      <a:pt x="142468" y="645159"/>
                    </a:lnTo>
                    <a:lnTo>
                      <a:pt x="139555" y="688339"/>
                    </a:lnTo>
                    <a:lnTo>
                      <a:pt x="136245" y="730249"/>
                    </a:lnTo>
                    <a:lnTo>
                      <a:pt x="133278" y="770889"/>
                    </a:lnTo>
                    <a:lnTo>
                      <a:pt x="131394" y="811529"/>
                    </a:lnTo>
                    <a:lnTo>
                      <a:pt x="130979" y="826769"/>
                    </a:lnTo>
                    <a:lnTo>
                      <a:pt x="130482" y="842009"/>
                    </a:lnTo>
                    <a:lnTo>
                      <a:pt x="125571" y="883919"/>
                    </a:lnTo>
                    <a:lnTo>
                      <a:pt x="106342" y="929639"/>
                    </a:lnTo>
                    <a:lnTo>
                      <a:pt x="99106" y="942339"/>
                    </a:lnTo>
                    <a:lnTo>
                      <a:pt x="93090" y="955039"/>
                    </a:lnTo>
                    <a:lnTo>
                      <a:pt x="89674" y="969009"/>
                    </a:lnTo>
                    <a:lnTo>
                      <a:pt x="89912" y="982979"/>
                    </a:lnTo>
                    <a:lnTo>
                      <a:pt x="108534" y="1017269"/>
                    </a:lnTo>
                    <a:lnTo>
                      <a:pt x="120773" y="1021079"/>
                    </a:lnTo>
                    <a:lnTo>
                      <a:pt x="127307" y="1021079"/>
                    </a:lnTo>
                    <a:lnTo>
                      <a:pt x="168568" y="991869"/>
                    </a:lnTo>
                    <a:lnTo>
                      <a:pt x="194627" y="947419"/>
                    </a:lnTo>
                    <a:lnTo>
                      <a:pt x="206565" y="910589"/>
                    </a:lnTo>
                    <a:lnTo>
                      <a:pt x="204888" y="904239"/>
                    </a:lnTo>
                    <a:lnTo>
                      <a:pt x="202072" y="897889"/>
                    </a:lnTo>
                    <a:lnTo>
                      <a:pt x="198728" y="891539"/>
                    </a:lnTo>
                    <a:lnTo>
                      <a:pt x="195465" y="885189"/>
                    </a:lnTo>
                    <a:lnTo>
                      <a:pt x="191502" y="872489"/>
                    </a:lnTo>
                    <a:lnTo>
                      <a:pt x="189772" y="859789"/>
                    </a:lnTo>
                    <a:lnTo>
                      <a:pt x="190915" y="848359"/>
                    </a:lnTo>
                    <a:lnTo>
                      <a:pt x="195567" y="839469"/>
                    </a:lnTo>
                    <a:lnTo>
                      <a:pt x="204047" y="834389"/>
                    </a:lnTo>
                    <a:lnTo>
                      <a:pt x="215461" y="831849"/>
                    </a:lnTo>
                    <a:lnTo>
                      <a:pt x="370775" y="831849"/>
                    </a:lnTo>
                    <a:lnTo>
                      <a:pt x="370673" y="811529"/>
                    </a:lnTo>
                    <a:lnTo>
                      <a:pt x="370584" y="770889"/>
                    </a:lnTo>
                    <a:lnTo>
                      <a:pt x="222338" y="770889"/>
                    </a:lnTo>
                    <a:lnTo>
                      <a:pt x="211250" y="769619"/>
                    </a:lnTo>
                    <a:lnTo>
                      <a:pt x="174764" y="745489"/>
                    </a:lnTo>
                    <a:lnTo>
                      <a:pt x="168781" y="711199"/>
                    </a:lnTo>
                    <a:lnTo>
                      <a:pt x="170602" y="699769"/>
                    </a:lnTo>
                    <a:lnTo>
                      <a:pt x="204889" y="673099"/>
                    </a:lnTo>
                    <a:lnTo>
                      <a:pt x="212792" y="671829"/>
                    </a:lnTo>
                    <a:lnTo>
                      <a:pt x="371064" y="671829"/>
                    </a:lnTo>
                    <a:lnTo>
                      <a:pt x="371431" y="638809"/>
                    </a:lnTo>
                    <a:lnTo>
                      <a:pt x="223062" y="638809"/>
                    </a:lnTo>
                    <a:lnTo>
                      <a:pt x="215277" y="637539"/>
                    </a:lnTo>
                    <a:lnTo>
                      <a:pt x="200852" y="601979"/>
                    </a:lnTo>
                    <a:lnTo>
                      <a:pt x="200460" y="594359"/>
                    </a:lnTo>
                    <a:lnTo>
                      <a:pt x="200685" y="588009"/>
                    </a:lnTo>
                    <a:lnTo>
                      <a:pt x="201307" y="581659"/>
                    </a:lnTo>
                    <a:lnTo>
                      <a:pt x="202793" y="576579"/>
                    </a:lnTo>
                    <a:lnTo>
                      <a:pt x="207746" y="574039"/>
                    </a:lnTo>
                    <a:lnTo>
                      <a:pt x="214055" y="570229"/>
                    </a:lnTo>
                    <a:lnTo>
                      <a:pt x="221994" y="568959"/>
                    </a:lnTo>
                    <a:lnTo>
                      <a:pt x="239471" y="566419"/>
                    </a:lnTo>
                    <a:lnTo>
                      <a:pt x="372095" y="566419"/>
                    </a:lnTo>
                    <a:lnTo>
                      <a:pt x="371884" y="560069"/>
                    </a:lnTo>
                    <a:lnTo>
                      <a:pt x="362124" y="520699"/>
                    </a:lnTo>
                    <a:lnTo>
                      <a:pt x="335534" y="478789"/>
                    </a:lnTo>
                    <a:lnTo>
                      <a:pt x="326402" y="467359"/>
                    </a:lnTo>
                    <a:lnTo>
                      <a:pt x="324266" y="464819"/>
                    </a:lnTo>
                    <a:close/>
                  </a:path>
                  <a:path w="481964" h="1023619">
                    <a:moveTo>
                      <a:pt x="371064" y="671829"/>
                    </a:moveTo>
                    <a:lnTo>
                      <a:pt x="220957" y="671829"/>
                    </a:lnTo>
                    <a:lnTo>
                      <a:pt x="229156" y="673099"/>
                    </a:lnTo>
                    <a:lnTo>
                      <a:pt x="237159" y="673099"/>
                    </a:lnTo>
                    <a:lnTo>
                      <a:pt x="248713" y="675639"/>
                    </a:lnTo>
                    <a:lnTo>
                      <a:pt x="279588" y="702309"/>
                    </a:lnTo>
                    <a:lnTo>
                      <a:pt x="281000" y="717549"/>
                    </a:lnTo>
                    <a:lnTo>
                      <a:pt x="280751" y="728979"/>
                    </a:lnTo>
                    <a:lnTo>
                      <a:pt x="255503" y="767079"/>
                    </a:lnTo>
                    <a:lnTo>
                      <a:pt x="233603" y="770889"/>
                    </a:lnTo>
                    <a:lnTo>
                      <a:pt x="370584" y="770889"/>
                    </a:lnTo>
                    <a:lnTo>
                      <a:pt x="370703" y="717549"/>
                    </a:lnTo>
                    <a:lnTo>
                      <a:pt x="370820" y="694689"/>
                    </a:lnTo>
                    <a:lnTo>
                      <a:pt x="371064" y="671829"/>
                    </a:lnTo>
                    <a:close/>
                  </a:path>
                  <a:path w="481964" h="1023619">
                    <a:moveTo>
                      <a:pt x="372095" y="566419"/>
                    </a:moveTo>
                    <a:lnTo>
                      <a:pt x="261289" y="566419"/>
                    </a:lnTo>
                    <a:lnTo>
                      <a:pt x="265976" y="567689"/>
                    </a:lnTo>
                    <a:lnTo>
                      <a:pt x="270078" y="568959"/>
                    </a:lnTo>
                    <a:lnTo>
                      <a:pt x="280944" y="607059"/>
                    </a:lnTo>
                    <a:lnTo>
                      <a:pt x="280959" y="613409"/>
                    </a:lnTo>
                    <a:lnTo>
                      <a:pt x="280555" y="618489"/>
                    </a:lnTo>
                    <a:lnTo>
                      <a:pt x="257263" y="636269"/>
                    </a:lnTo>
                    <a:lnTo>
                      <a:pt x="250414" y="637539"/>
                    </a:lnTo>
                    <a:lnTo>
                      <a:pt x="243819" y="637539"/>
                    </a:lnTo>
                    <a:lnTo>
                      <a:pt x="237088" y="638809"/>
                    </a:lnTo>
                    <a:lnTo>
                      <a:pt x="371431" y="638809"/>
                    </a:lnTo>
                    <a:lnTo>
                      <a:pt x="371965" y="599439"/>
                    </a:lnTo>
                    <a:lnTo>
                      <a:pt x="372086" y="584199"/>
                    </a:lnTo>
                    <a:lnTo>
                      <a:pt x="372095" y="566419"/>
                    </a:lnTo>
                    <a:close/>
                  </a:path>
                  <a:path w="481964" h="1023619">
                    <a:moveTo>
                      <a:pt x="279789" y="273049"/>
                    </a:moveTo>
                    <a:lnTo>
                      <a:pt x="169481" y="273049"/>
                    </a:lnTo>
                    <a:lnTo>
                      <a:pt x="178600" y="275589"/>
                    </a:lnTo>
                    <a:lnTo>
                      <a:pt x="185839" y="278129"/>
                    </a:lnTo>
                    <a:lnTo>
                      <a:pt x="202021" y="318769"/>
                    </a:lnTo>
                    <a:lnTo>
                      <a:pt x="201510" y="328929"/>
                    </a:lnTo>
                    <a:lnTo>
                      <a:pt x="190423" y="369569"/>
                    </a:lnTo>
                    <a:lnTo>
                      <a:pt x="172082" y="379729"/>
                    </a:lnTo>
                    <a:lnTo>
                      <a:pt x="164757" y="382269"/>
                    </a:lnTo>
                    <a:lnTo>
                      <a:pt x="109244" y="394969"/>
                    </a:lnTo>
                    <a:lnTo>
                      <a:pt x="62736" y="416559"/>
                    </a:lnTo>
                    <a:lnTo>
                      <a:pt x="27247" y="453389"/>
                    </a:lnTo>
                    <a:lnTo>
                      <a:pt x="16979" y="474979"/>
                    </a:lnTo>
                    <a:lnTo>
                      <a:pt x="18237" y="483869"/>
                    </a:lnTo>
                    <a:lnTo>
                      <a:pt x="23800" y="487679"/>
                    </a:lnTo>
                    <a:lnTo>
                      <a:pt x="32464" y="491489"/>
                    </a:lnTo>
                    <a:lnTo>
                      <a:pt x="42933" y="492759"/>
                    </a:lnTo>
                    <a:lnTo>
                      <a:pt x="53911" y="492759"/>
                    </a:lnTo>
                    <a:lnTo>
                      <a:pt x="69404" y="490219"/>
                    </a:lnTo>
                    <a:lnTo>
                      <a:pt x="83453" y="487679"/>
                    </a:lnTo>
                    <a:lnTo>
                      <a:pt x="96504" y="482599"/>
                    </a:lnTo>
                    <a:lnTo>
                      <a:pt x="109004" y="478789"/>
                    </a:lnTo>
                    <a:lnTo>
                      <a:pt x="119786" y="473709"/>
                    </a:lnTo>
                    <a:lnTo>
                      <a:pt x="130606" y="469899"/>
                    </a:lnTo>
                    <a:lnTo>
                      <a:pt x="152819" y="464819"/>
                    </a:lnTo>
                    <a:lnTo>
                      <a:pt x="324266" y="464819"/>
                    </a:lnTo>
                    <a:lnTo>
                      <a:pt x="316791" y="455929"/>
                    </a:lnTo>
                    <a:lnTo>
                      <a:pt x="308138" y="444499"/>
                    </a:lnTo>
                    <a:lnTo>
                      <a:pt x="302169" y="431799"/>
                    </a:lnTo>
                    <a:lnTo>
                      <a:pt x="300608" y="419099"/>
                    </a:lnTo>
                    <a:lnTo>
                      <a:pt x="301871" y="412749"/>
                    </a:lnTo>
                    <a:lnTo>
                      <a:pt x="329157" y="386079"/>
                    </a:lnTo>
                    <a:lnTo>
                      <a:pt x="361869" y="378459"/>
                    </a:lnTo>
                    <a:lnTo>
                      <a:pt x="387690" y="372109"/>
                    </a:lnTo>
                    <a:lnTo>
                      <a:pt x="400456" y="368299"/>
                    </a:lnTo>
                    <a:lnTo>
                      <a:pt x="413880" y="365759"/>
                    </a:lnTo>
                    <a:lnTo>
                      <a:pt x="441443" y="363219"/>
                    </a:lnTo>
                    <a:lnTo>
                      <a:pt x="468388" y="363219"/>
                    </a:lnTo>
                    <a:lnTo>
                      <a:pt x="473532" y="359409"/>
                    </a:lnTo>
                    <a:lnTo>
                      <a:pt x="478028" y="356869"/>
                    </a:lnTo>
                    <a:lnTo>
                      <a:pt x="481418" y="350519"/>
                    </a:lnTo>
                    <a:lnTo>
                      <a:pt x="480952" y="346709"/>
                    </a:lnTo>
                    <a:lnTo>
                      <a:pt x="304950" y="346709"/>
                    </a:lnTo>
                    <a:lnTo>
                      <a:pt x="289561" y="345439"/>
                    </a:lnTo>
                    <a:lnTo>
                      <a:pt x="255200" y="320039"/>
                    </a:lnTo>
                    <a:lnTo>
                      <a:pt x="253481" y="311149"/>
                    </a:lnTo>
                    <a:lnTo>
                      <a:pt x="253872" y="302259"/>
                    </a:lnTo>
                    <a:lnTo>
                      <a:pt x="275639" y="274319"/>
                    </a:lnTo>
                    <a:lnTo>
                      <a:pt x="279789" y="273049"/>
                    </a:lnTo>
                    <a:close/>
                  </a:path>
                  <a:path w="481964" h="1023619">
                    <a:moveTo>
                      <a:pt x="444250" y="328929"/>
                    </a:moveTo>
                    <a:lnTo>
                      <a:pt x="423468" y="331469"/>
                    </a:lnTo>
                    <a:lnTo>
                      <a:pt x="412482" y="334009"/>
                    </a:lnTo>
                    <a:lnTo>
                      <a:pt x="379374" y="337819"/>
                    </a:lnTo>
                    <a:lnTo>
                      <a:pt x="365074" y="340359"/>
                    </a:lnTo>
                    <a:lnTo>
                      <a:pt x="335945" y="342899"/>
                    </a:lnTo>
                    <a:lnTo>
                      <a:pt x="320509" y="345439"/>
                    </a:lnTo>
                    <a:lnTo>
                      <a:pt x="304950" y="346709"/>
                    </a:lnTo>
                    <a:lnTo>
                      <a:pt x="480952" y="346709"/>
                    </a:lnTo>
                    <a:lnTo>
                      <a:pt x="454785" y="330199"/>
                    </a:lnTo>
                    <a:lnTo>
                      <a:pt x="444250" y="328929"/>
                    </a:lnTo>
                    <a:close/>
                  </a:path>
                  <a:path w="481964" h="1023619">
                    <a:moveTo>
                      <a:pt x="239859" y="126999"/>
                    </a:moveTo>
                    <a:lnTo>
                      <a:pt x="173088" y="126999"/>
                    </a:lnTo>
                    <a:lnTo>
                      <a:pt x="179044" y="130809"/>
                    </a:lnTo>
                    <a:lnTo>
                      <a:pt x="183184" y="133349"/>
                    </a:lnTo>
                    <a:lnTo>
                      <a:pt x="189052" y="140969"/>
                    </a:lnTo>
                    <a:lnTo>
                      <a:pt x="207958" y="175259"/>
                    </a:lnTo>
                    <a:lnTo>
                      <a:pt x="215419" y="207009"/>
                    </a:lnTo>
                    <a:lnTo>
                      <a:pt x="214248" y="212089"/>
                    </a:lnTo>
                    <a:lnTo>
                      <a:pt x="169194" y="240029"/>
                    </a:lnTo>
                    <a:lnTo>
                      <a:pt x="145414" y="245109"/>
                    </a:lnTo>
                    <a:lnTo>
                      <a:pt x="79844" y="260349"/>
                    </a:lnTo>
                    <a:lnTo>
                      <a:pt x="67713" y="264159"/>
                    </a:lnTo>
                    <a:lnTo>
                      <a:pt x="55552" y="266699"/>
                    </a:lnTo>
                    <a:lnTo>
                      <a:pt x="42825" y="270509"/>
                    </a:lnTo>
                    <a:lnTo>
                      <a:pt x="28994" y="274319"/>
                    </a:lnTo>
                    <a:lnTo>
                      <a:pt x="22574" y="275589"/>
                    </a:lnTo>
                    <a:lnTo>
                      <a:pt x="16298" y="278129"/>
                    </a:lnTo>
                    <a:lnTo>
                      <a:pt x="10611" y="281939"/>
                    </a:lnTo>
                    <a:lnTo>
                      <a:pt x="5956" y="285749"/>
                    </a:lnTo>
                    <a:lnTo>
                      <a:pt x="1562" y="292099"/>
                    </a:lnTo>
                    <a:lnTo>
                      <a:pt x="0" y="302259"/>
                    </a:lnTo>
                    <a:lnTo>
                      <a:pt x="3492" y="306069"/>
                    </a:lnTo>
                    <a:lnTo>
                      <a:pt x="7327" y="311149"/>
                    </a:lnTo>
                    <a:lnTo>
                      <a:pt x="17703" y="309879"/>
                    </a:lnTo>
                    <a:lnTo>
                      <a:pt x="26593" y="307339"/>
                    </a:lnTo>
                    <a:lnTo>
                      <a:pt x="36355" y="304799"/>
                    </a:lnTo>
                    <a:lnTo>
                      <a:pt x="45024" y="302259"/>
                    </a:lnTo>
                    <a:lnTo>
                      <a:pt x="53022" y="298449"/>
                    </a:lnTo>
                    <a:lnTo>
                      <a:pt x="76715" y="290829"/>
                    </a:lnTo>
                    <a:lnTo>
                      <a:pt x="93319" y="285749"/>
                    </a:lnTo>
                    <a:lnTo>
                      <a:pt x="127981" y="278129"/>
                    </a:lnTo>
                    <a:lnTo>
                      <a:pt x="149982" y="274319"/>
                    </a:lnTo>
                    <a:lnTo>
                      <a:pt x="159877" y="273049"/>
                    </a:lnTo>
                    <a:lnTo>
                      <a:pt x="279789" y="273049"/>
                    </a:lnTo>
                    <a:lnTo>
                      <a:pt x="283938" y="271779"/>
                    </a:lnTo>
                    <a:lnTo>
                      <a:pt x="301637" y="269239"/>
                    </a:lnTo>
                    <a:lnTo>
                      <a:pt x="315349" y="267969"/>
                    </a:lnTo>
                    <a:lnTo>
                      <a:pt x="328768" y="265429"/>
                    </a:lnTo>
                    <a:lnTo>
                      <a:pt x="341982" y="264159"/>
                    </a:lnTo>
                    <a:lnTo>
                      <a:pt x="407085" y="264159"/>
                    </a:lnTo>
                    <a:lnTo>
                      <a:pt x="414832" y="257809"/>
                    </a:lnTo>
                    <a:lnTo>
                      <a:pt x="416877" y="250189"/>
                    </a:lnTo>
                    <a:lnTo>
                      <a:pt x="415505" y="243839"/>
                    </a:lnTo>
                    <a:lnTo>
                      <a:pt x="412071" y="238759"/>
                    </a:lnTo>
                    <a:lnTo>
                      <a:pt x="406160" y="234949"/>
                    </a:lnTo>
                    <a:lnTo>
                      <a:pt x="398755" y="231139"/>
                    </a:lnTo>
                    <a:lnTo>
                      <a:pt x="390842" y="229869"/>
                    </a:lnTo>
                    <a:lnTo>
                      <a:pt x="383035" y="227329"/>
                    </a:lnTo>
                    <a:lnTo>
                      <a:pt x="375612" y="226059"/>
                    </a:lnTo>
                    <a:lnTo>
                      <a:pt x="368393" y="226059"/>
                    </a:lnTo>
                    <a:lnTo>
                      <a:pt x="361200" y="224789"/>
                    </a:lnTo>
                    <a:lnTo>
                      <a:pt x="317772" y="224789"/>
                    </a:lnTo>
                    <a:lnTo>
                      <a:pt x="302729" y="222249"/>
                    </a:lnTo>
                    <a:lnTo>
                      <a:pt x="259079" y="200659"/>
                    </a:lnTo>
                    <a:lnTo>
                      <a:pt x="241425" y="143509"/>
                    </a:lnTo>
                    <a:lnTo>
                      <a:pt x="239904" y="132079"/>
                    </a:lnTo>
                    <a:lnTo>
                      <a:pt x="239859" y="126999"/>
                    </a:lnTo>
                    <a:close/>
                  </a:path>
                  <a:path w="481964" h="1023619">
                    <a:moveTo>
                      <a:pt x="256462" y="0"/>
                    </a:moveTo>
                    <a:lnTo>
                      <a:pt x="221149" y="0"/>
                    </a:lnTo>
                    <a:lnTo>
                      <a:pt x="212110" y="2539"/>
                    </a:lnTo>
                    <a:lnTo>
                      <a:pt x="192942" y="25399"/>
                    </a:lnTo>
                    <a:lnTo>
                      <a:pt x="193124" y="33019"/>
                    </a:lnTo>
                    <a:lnTo>
                      <a:pt x="194156" y="39369"/>
                    </a:lnTo>
                    <a:lnTo>
                      <a:pt x="195910" y="49529"/>
                    </a:lnTo>
                    <a:lnTo>
                      <a:pt x="196380" y="53339"/>
                    </a:lnTo>
                    <a:lnTo>
                      <a:pt x="195376" y="55879"/>
                    </a:lnTo>
                    <a:lnTo>
                      <a:pt x="193535" y="59689"/>
                    </a:lnTo>
                    <a:lnTo>
                      <a:pt x="188023" y="60959"/>
                    </a:lnTo>
                    <a:lnTo>
                      <a:pt x="182816" y="63499"/>
                    </a:lnTo>
                    <a:lnTo>
                      <a:pt x="171322" y="67309"/>
                    </a:lnTo>
                    <a:lnTo>
                      <a:pt x="160621" y="72389"/>
                    </a:lnTo>
                    <a:lnTo>
                      <a:pt x="150471" y="76199"/>
                    </a:lnTo>
                    <a:lnTo>
                      <a:pt x="133281" y="83819"/>
                    </a:lnTo>
                    <a:lnTo>
                      <a:pt x="125850" y="87629"/>
                    </a:lnTo>
                    <a:lnTo>
                      <a:pt x="118181" y="90169"/>
                    </a:lnTo>
                    <a:lnTo>
                      <a:pt x="110121" y="95249"/>
                    </a:lnTo>
                    <a:lnTo>
                      <a:pt x="104028" y="97789"/>
                    </a:lnTo>
                    <a:lnTo>
                      <a:pt x="98415" y="102869"/>
                    </a:lnTo>
                    <a:lnTo>
                      <a:pt x="94112" y="106679"/>
                    </a:lnTo>
                    <a:lnTo>
                      <a:pt x="91947" y="113029"/>
                    </a:lnTo>
                    <a:lnTo>
                      <a:pt x="91224" y="118109"/>
                    </a:lnTo>
                    <a:lnTo>
                      <a:pt x="93319" y="124459"/>
                    </a:lnTo>
                    <a:lnTo>
                      <a:pt x="97091" y="128269"/>
                    </a:lnTo>
                    <a:lnTo>
                      <a:pt x="102120" y="132079"/>
                    </a:lnTo>
                    <a:lnTo>
                      <a:pt x="109651" y="132079"/>
                    </a:lnTo>
                    <a:lnTo>
                      <a:pt x="137183" y="129539"/>
                    </a:lnTo>
                    <a:lnTo>
                      <a:pt x="147046" y="128269"/>
                    </a:lnTo>
                    <a:lnTo>
                      <a:pt x="164934" y="128269"/>
                    </a:lnTo>
                    <a:lnTo>
                      <a:pt x="173088" y="126999"/>
                    </a:lnTo>
                    <a:lnTo>
                      <a:pt x="239859" y="126999"/>
                    </a:lnTo>
                    <a:lnTo>
                      <a:pt x="239814" y="121919"/>
                    </a:lnTo>
                    <a:lnTo>
                      <a:pt x="265595" y="88899"/>
                    </a:lnTo>
                    <a:lnTo>
                      <a:pt x="290292" y="82549"/>
                    </a:lnTo>
                    <a:lnTo>
                      <a:pt x="351942" y="82549"/>
                    </a:lnTo>
                    <a:lnTo>
                      <a:pt x="356463" y="77469"/>
                    </a:lnTo>
                    <a:lnTo>
                      <a:pt x="358482" y="69849"/>
                    </a:lnTo>
                    <a:lnTo>
                      <a:pt x="357009" y="62229"/>
                    </a:lnTo>
                    <a:lnTo>
                      <a:pt x="354575" y="57149"/>
                    </a:lnTo>
                    <a:lnTo>
                      <a:pt x="324675" y="27939"/>
                    </a:lnTo>
                    <a:lnTo>
                      <a:pt x="290599" y="7619"/>
                    </a:lnTo>
                    <a:lnTo>
                      <a:pt x="271183" y="1269"/>
                    </a:lnTo>
                    <a:lnTo>
                      <a:pt x="263924" y="1269"/>
                    </a:lnTo>
                    <a:lnTo>
                      <a:pt x="256462" y="0"/>
                    </a:lnTo>
                    <a:close/>
                  </a:path>
                  <a:path w="481964" h="1023619">
                    <a:moveTo>
                      <a:pt x="351942" y="82549"/>
                    </a:moveTo>
                    <a:lnTo>
                      <a:pt x="290292" y="82549"/>
                    </a:lnTo>
                    <a:lnTo>
                      <a:pt x="299707" y="83819"/>
                    </a:lnTo>
                    <a:lnTo>
                      <a:pt x="314237" y="85089"/>
                    </a:lnTo>
                    <a:lnTo>
                      <a:pt x="328920" y="87629"/>
                    </a:lnTo>
                    <a:lnTo>
                      <a:pt x="342055" y="87629"/>
                    </a:lnTo>
                    <a:lnTo>
                      <a:pt x="351942" y="82549"/>
                    </a:lnTo>
                    <a:close/>
                  </a:path>
                </a:pathLst>
              </a:custGeom>
              <a:solidFill>
                <a:srgbClr val="055E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 sz="1800"/>
              </a:p>
            </p:txBody>
          </p:sp>
        </p:grpSp>
      </p:grpSp>
      <p:sp>
        <p:nvSpPr>
          <p:cNvPr id="3" name="Rectangle 2"/>
          <p:cNvSpPr/>
          <p:nvPr/>
        </p:nvSpPr>
        <p:spPr>
          <a:xfrm>
            <a:off x="3456623" y="1051560"/>
            <a:ext cx="470773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TW" sz="2400" b="1" dirty="0">
                <a:solidFill>
                  <a:schemeClr val="tx1"/>
                </a:solidFill>
                <a:latin typeface="Century Gothic" panose="020B0502020202020204" pitchFamily="34" charset="0"/>
                <a:ea typeface="Arial Unicode MS" panose="020B0604020202020204" charset="-122"/>
                <a:cs typeface="Century Gothic" panose="020B0502020202020204" pitchFamily="34" charset="0"/>
                <a:sym typeface="+mn-ea"/>
              </a:rPr>
              <a:t>SOP TRANSLATION STRATEGY</a:t>
            </a:r>
            <a:endParaRPr lang="en-US" altLang="zh-TW" sz="2400" b="1" dirty="0">
              <a:solidFill>
                <a:schemeClr val="tx1"/>
              </a:solidFill>
              <a:latin typeface="Century Gothic" panose="020B0502020202020204" pitchFamily="34" charset="0"/>
              <a:ea typeface="Arial Unicode MS" panose="020B0604020202020204" charset="-122"/>
              <a:cs typeface="Century Gothic" panose="020B0502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ext Box 3"/>
          <p:cNvSpPr txBox="1"/>
          <p:nvPr/>
        </p:nvSpPr>
        <p:spPr>
          <a:xfrm>
            <a:off x="0" y="635"/>
            <a:ext cx="4186555" cy="473075"/>
          </a:xfrm>
          <a:prstGeom prst="rect">
            <a:avLst/>
          </a:prstGeom>
          <a:solidFill>
            <a:srgbClr val="F98952"/>
          </a:solidFill>
          <a:ln w="9525">
            <a:noFill/>
          </a:ln>
        </p:spPr>
        <p:txBody>
          <a:bodyPr wrap="square" anchor="ctr" anchorCtr="0">
            <a:noAutofit/>
          </a:bodyPr>
          <a:p>
            <a:pPr algn="ctr"/>
            <a:r>
              <a:rPr lang="en-US" sz="2800" b="1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STRATEGY SPECIFICATION</a:t>
            </a:r>
            <a:endParaRPr lang="en-US" altLang="en-US" sz="2800" b="1" dirty="0" smtClean="0">
              <a:solidFill>
                <a:schemeClr val="bg1"/>
              </a:solidFill>
              <a:latin typeface="Calibri" panose="020F0502020204030204" pitchFamily="34" charset="0"/>
              <a:ea typeface="Arial Unicode MS" panose="020B0604020202020204" pitchFamily="34" charset="-128"/>
              <a:cs typeface="Calibri" panose="020F0502020204030204" pitchFamily="34" charset="0"/>
              <a:sym typeface="+mn-ea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195830" y="5934677"/>
            <a:ext cx="5165090" cy="869649"/>
            <a:chOff x="510" y="6358"/>
            <a:chExt cx="8134" cy="2602"/>
          </a:xfrm>
        </p:grpSpPr>
        <p:sp>
          <p:nvSpPr>
            <p:cNvPr id="10" name="Text Box 9"/>
            <p:cNvSpPr txBox="1"/>
            <p:nvPr/>
          </p:nvSpPr>
          <p:spPr>
            <a:xfrm>
              <a:off x="510" y="7214"/>
              <a:ext cx="8133" cy="174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sz="1600" b="1">
                  <a:latin typeface="Calibri" panose="020F0502020204030204" pitchFamily="34" charset="0"/>
                  <a:cs typeface="Calibri" panose="020F0502020204030204" pitchFamily="34" charset="0"/>
                </a:rPr>
                <a:t>EN translation should finish within 3 working days, starting from the time receiving the email from the sender</a:t>
              </a:r>
              <a:endParaRPr lang="en-US" sz="16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TextBox 15"/>
            <p:cNvSpPr txBox="1"/>
            <p:nvPr/>
          </p:nvSpPr>
          <p:spPr>
            <a:xfrm>
              <a:off x="3456" y="6617"/>
              <a:ext cx="1810" cy="64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sz="16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Remark</a:t>
              </a:r>
              <a:endParaRPr lang="en-U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Rectangles 14"/>
            <p:cNvSpPr/>
            <p:nvPr/>
          </p:nvSpPr>
          <p:spPr>
            <a:xfrm>
              <a:off x="510" y="6358"/>
              <a:ext cx="8134" cy="244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3621405" y="3504565"/>
            <a:ext cx="4946650" cy="2124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sz="1600" b="1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Strategy file name specification</a:t>
            </a:r>
            <a:endParaRPr lang="en-US" sz="1600" b="1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algn="l"/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For SF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SU22 STOCKFIT WMNS NIKE ONEONTA SANDAL IPQC manual-EN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HO22 STOCKFIT JORDAN 23-7 (PS-TD) QA IPQC manual-EN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For Sandals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SU23 WMNS NIKE OFFCOURT DUO SLIDE IPQC manual-EN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For Shoe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SP22 AIR JORDAN 1 LOW (GS) QA IPQC manual-EN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SP22 AIR JORDAN 1 LOW (PS-TD) QA IPQC manual-EN</a:t>
            </a:r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908685" y="546947"/>
            <a:ext cx="2949575" cy="2227944"/>
            <a:chOff x="396" y="1300"/>
            <a:chExt cx="5164" cy="417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96" y="1660"/>
              <a:ext cx="5164" cy="2666"/>
            </a:xfrm>
            <a:prstGeom prst="rect">
              <a:avLst/>
            </a:prstGeom>
          </p:spPr>
        </p:pic>
        <p:sp>
          <p:nvSpPr>
            <p:cNvPr id="12" name="Text Box 11"/>
            <p:cNvSpPr txBox="1"/>
            <p:nvPr/>
          </p:nvSpPr>
          <p:spPr>
            <a:xfrm>
              <a:off x="397" y="4381"/>
              <a:ext cx="5162" cy="1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After completing, check the content, font size,...</a:t>
              </a:r>
              <a:endParaRPr lang="en-US" sz="16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TextBox 15"/>
            <p:cNvSpPr txBox="1"/>
            <p:nvPr/>
          </p:nvSpPr>
          <p:spPr>
            <a:xfrm>
              <a:off x="2323" y="1300"/>
              <a:ext cx="1281" cy="343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Step </a:t>
              </a:r>
              <a:r>
                <a:rPr lang="en-US" sz="105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sz="105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50240" y="3575050"/>
            <a:ext cx="3114675" cy="2339576"/>
            <a:chOff x="8334" y="1371"/>
            <a:chExt cx="5162" cy="385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81" y="1658"/>
              <a:ext cx="3250" cy="2667"/>
            </a:xfrm>
            <a:prstGeom prst="rect">
              <a:avLst/>
            </a:prstGeom>
          </p:spPr>
        </p:pic>
        <p:sp>
          <p:nvSpPr>
            <p:cNvPr id="9" name="TextBox 15"/>
            <p:cNvSpPr txBox="1"/>
            <p:nvPr/>
          </p:nvSpPr>
          <p:spPr>
            <a:xfrm>
              <a:off x="10657" y="1371"/>
              <a:ext cx="1212" cy="30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Step </a:t>
              </a:r>
              <a:r>
                <a:rPr lang="en-US" sz="105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105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8334" y="4266"/>
              <a:ext cx="5162" cy="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Check if the strategy file name follow specifications.</a:t>
              </a:r>
              <a:endParaRPr lang="en-US" sz="16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7" name="Down Arrow 16"/>
          <p:cNvSpPr/>
          <p:nvPr/>
        </p:nvSpPr>
        <p:spPr>
          <a:xfrm>
            <a:off x="2195195" y="2814955"/>
            <a:ext cx="431800" cy="720090"/>
          </a:xfrm>
          <a:prstGeom prst="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5507990" y="528955"/>
            <a:ext cx="2790825" cy="1678305"/>
            <a:chOff x="9015" y="6935"/>
            <a:chExt cx="4395" cy="264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15" y="7326"/>
              <a:ext cx="4395" cy="2252"/>
            </a:xfrm>
            <a:prstGeom prst="rect">
              <a:avLst/>
            </a:prstGeom>
          </p:spPr>
        </p:pic>
        <p:sp>
          <p:nvSpPr>
            <p:cNvPr id="22" name="Text Box 21"/>
            <p:cNvSpPr txBox="1"/>
            <p:nvPr/>
          </p:nvSpPr>
          <p:spPr>
            <a:xfrm>
              <a:off x="10489" y="8687"/>
              <a:ext cx="1746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Send email</a:t>
              </a:r>
              <a:endParaRPr lang="en-US" sz="16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TextBox 15"/>
            <p:cNvSpPr txBox="1"/>
            <p:nvPr/>
          </p:nvSpPr>
          <p:spPr>
            <a:xfrm>
              <a:off x="10716" y="6935"/>
              <a:ext cx="1152" cy="28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Step 3</a:t>
              </a:r>
              <a:endParaRPr lang="en-US" sz="105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Down Arrow 23"/>
          <p:cNvSpPr/>
          <p:nvPr/>
        </p:nvSpPr>
        <p:spPr>
          <a:xfrm rot="10800000">
            <a:off x="6659245" y="2639695"/>
            <a:ext cx="431800" cy="720090"/>
          </a:xfrm>
          <a:prstGeom prst="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785" y="1679575"/>
            <a:ext cx="5062855" cy="2931160"/>
          </a:xfrm>
          <a:prstGeom prst="rect">
            <a:avLst/>
          </a:prstGeom>
        </p:spPr>
      </p:pic>
      <p:sp>
        <p:nvSpPr>
          <p:cNvPr id="11" name="Text Box 3"/>
          <p:cNvSpPr txBox="1"/>
          <p:nvPr/>
        </p:nvSpPr>
        <p:spPr>
          <a:xfrm>
            <a:off x="0" y="635"/>
            <a:ext cx="3676650" cy="473075"/>
          </a:xfrm>
          <a:prstGeom prst="rect">
            <a:avLst/>
          </a:prstGeom>
          <a:solidFill>
            <a:srgbClr val="F98952"/>
          </a:solidFill>
          <a:ln w="9525">
            <a:noFill/>
          </a:ln>
        </p:spPr>
        <p:txBody>
          <a:bodyPr wrap="square" anchor="ctr" anchorCtr="0">
            <a:noAutofit/>
          </a:bodyPr>
          <a:p>
            <a:pPr algn="ctr"/>
            <a:r>
              <a:rPr lang="en-US" altLang="en-US" sz="2800" b="1" dirty="0" smtClean="0">
                <a:solidFill>
                  <a:schemeClr val="bg1"/>
                </a:solidFill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  <a:sym typeface="+mn-ea"/>
              </a:rPr>
              <a:t>TRANSLATE FOR IPQC</a:t>
            </a:r>
            <a:endParaRPr lang="en-US" altLang="en-US" sz="2800" b="1" dirty="0" smtClean="0">
              <a:solidFill>
                <a:schemeClr val="bg1"/>
              </a:solidFill>
              <a:latin typeface="Calibri" panose="020F0502020204030204" pitchFamily="34" charset="0"/>
              <a:ea typeface="Arial Unicode MS" panose="020B0604020202020204" pitchFamily="34" charset="-128"/>
              <a:cs typeface="Calibri" panose="020F0502020204030204" pitchFamily="3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338705" y="908685"/>
            <a:ext cx="50946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Keep the Vietnamese (do not remove) when translating.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Straight Arrow Connector 5"/>
          <p:cNvCxnSpPr>
            <a:stCxn id="4" idx="2"/>
          </p:cNvCxnSpPr>
          <p:nvPr/>
        </p:nvCxnSpPr>
        <p:spPr>
          <a:xfrm flipH="1">
            <a:off x="4427220" y="1245870"/>
            <a:ext cx="459105" cy="1139825"/>
          </a:xfrm>
          <a:prstGeom prst="straightConnector1">
            <a:avLst/>
          </a:prstGeom>
          <a:ln>
            <a:solidFill>
              <a:schemeClr val="tx2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Right Bracket 6"/>
          <p:cNvSpPr/>
          <p:nvPr/>
        </p:nvSpPr>
        <p:spPr>
          <a:xfrm flipH="1">
            <a:off x="2670175" y="2927350"/>
            <a:ext cx="139700" cy="236855"/>
          </a:xfrm>
          <a:prstGeom prst="rightBracket">
            <a:avLst/>
          </a:prstGeom>
          <a:ln>
            <a:solidFill>
              <a:schemeClr val="tx2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ight Bracket 7"/>
          <p:cNvSpPr/>
          <p:nvPr/>
        </p:nvSpPr>
        <p:spPr>
          <a:xfrm flipH="1">
            <a:off x="2670175" y="3216910"/>
            <a:ext cx="139700" cy="349250"/>
          </a:xfrm>
          <a:prstGeom prst="rightBracket">
            <a:avLst/>
          </a:prstGeom>
          <a:ln>
            <a:solidFill>
              <a:schemeClr val="tx2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stCxn id="10" idx="0"/>
          </p:cNvCxnSpPr>
          <p:nvPr/>
        </p:nvCxnSpPr>
        <p:spPr>
          <a:xfrm flipV="1">
            <a:off x="1837055" y="3213100"/>
            <a:ext cx="790575" cy="1728470"/>
          </a:xfrm>
          <a:prstGeom prst="straightConnector1">
            <a:avLst/>
          </a:prstGeom>
          <a:ln>
            <a:solidFill>
              <a:schemeClr val="tx2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6227445" y="4613275"/>
            <a:ext cx="288290" cy="470535"/>
          </a:xfrm>
          <a:prstGeom prst="straightConnector1">
            <a:avLst/>
          </a:prstGeom>
          <a:ln>
            <a:solidFill>
              <a:schemeClr val="tx2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Text Box 9"/>
          <p:cNvSpPr txBox="1"/>
          <p:nvPr/>
        </p:nvSpPr>
        <p:spPr>
          <a:xfrm>
            <a:off x="250825" y="4941570"/>
            <a:ext cx="317246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Translate and separate English and Vietnamese. English can be placed above, Vietnamese below or reverse. Make sure match for all slides.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167630" y="5079365"/>
            <a:ext cx="366077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In case the table extends beyond the slide cause content is too much. You should not delete anything or create a new slide, continue until all translation is completed.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0" y="473710"/>
            <a:ext cx="2281555" cy="27432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 anchor="ctr" anchorCtr="0">
            <a:noAutofit/>
          </a:bodyPr>
          <a:p>
            <a:pPr algn="ctr"/>
            <a:r>
              <a:rPr lang="en-US"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NEW STRATEGY</a:t>
            </a:r>
            <a:endParaRPr lang="en-US" sz="18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ext Box 3"/>
          <p:cNvSpPr txBox="1"/>
          <p:nvPr/>
        </p:nvSpPr>
        <p:spPr>
          <a:xfrm>
            <a:off x="0" y="635"/>
            <a:ext cx="3676650" cy="473075"/>
          </a:xfrm>
          <a:prstGeom prst="rect">
            <a:avLst/>
          </a:prstGeom>
          <a:solidFill>
            <a:srgbClr val="F98952"/>
          </a:solidFill>
          <a:ln w="9525">
            <a:noFill/>
          </a:ln>
        </p:spPr>
        <p:txBody>
          <a:bodyPr wrap="square" anchor="ctr" anchorCtr="0">
            <a:noAutofit/>
          </a:bodyPr>
          <a:p>
            <a:pPr algn="ctr"/>
            <a:r>
              <a:rPr lang="en-US" altLang="en-US" sz="2800" b="1" dirty="0" smtClean="0">
                <a:solidFill>
                  <a:schemeClr val="bg1"/>
                </a:solidFill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  <a:sym typeface="+mn-ea"/>
              </a:rPr>
              <a:t>TRANSLATE FOR IPQC</a:t>
            </a:r>
            <a:endParaRPr lang="en-US" altLang="en-US" sz="2800" b="1" dirty="0" smtClean="0">
              <a:solidFill>
                <a:schemeClr val="bg1"/>
              </a:solidFill>
              <a:latin typeface="Calibri" panose="020F0502020204030204" pitchFamily="34" charset="0"/>
              <a:ea typeface="Arial Unicode MS" panose="020B0604020202020204" pitchFamily="34" charset="-128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0" y="473710"/>
            <a:ext cx="2281555" cy="27432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 anchor="ctr" anchorCtr="0">
            <a:noAutofit/>
          </a:bodyPr>
          <a:p>
            <a:pPr algn="ctr"/>
            <a:r>
              <a:rPr lang="en-US"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ADD CONTENT</a:t>
            </a:r>
            <a:endParaRPr lang="en-US" sz="18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23850" y="5067935"/>
            <a:ext cx="35750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Translate and separate English and Vietnamese.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908685"/>
            <a:ext cx="5852160" cy="3957955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3348355" y="2997835"/>
            <a:ext cx="1224280" cy="2087880"/>
          </a:xfrm>
          <a:prstGeom prst="straightConnector1">
            <a:avLst/>
          </a:prstGeom>
          <a:ln>
            <a:solidFill>
              <a:schemeClr val="tx2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6515735" y="4866640"/>
            <a:ext cx="288290" cy="470535"/>
          </a:xfrm>
          <a:prstGeom prst="straightConnector1">
            <a:avLst/>
          </a:prstGeom>
          <a:ln>
            <a:solidFill>
              <a:schemeClr val="tx2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Text Box 12"/>
          <p:cNvSpPr txBox="1"/>
          <p:nvPr/>
        </p:nvSpPr>
        <p:spPr>
          <a:xfrm>
            <a:off x="5076190" y="5337175"/>
            <a:ext cx="366077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In case the table extends beyond the slide cause content is too much. You should not delete anything or create a new slide, continue until all translation is completed.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840" y="1503680"/>
            <a:ext cx="6637020" cy="3705225"/>
          </a:xfrm>
          <a:prstGeom prst="rect">
            <a:avLst/>
          </a:prstGeom>
        </p:spPr>
      </p:pic>
      <p:sp>
        <p:nvSpPr>
          <p:cNvPr id="11" name="Text Box 3"/>
          <p:cNvSpPr txBox="1"/>
          <p:nvPr/>
        </p:nvSpPr>
        <p:spPr>
          <a:xfrm>
            <a:off x="0" y="635"/>
            <a:ext cx="3676650" cy="473075"/>
          </a:xfrm>
          <a:prstGeom prst="rect">
            <a:avLst/>
          </a:prstGeom>
          <a:solidFill>
            <a:srgbClr val="F98952"/>
          </a:solidFill>
          <a:ln w="9525">
            <a:noFill/>
          </a:ln>
        </p:spPr>
        <p:txBody>
          <a:bodyPr wrap="square" anchor="ctr" anchorCtr="0">
            <a:noAutofit/>
          </a:bodyPr>
          <a:p>
            <a:pPr algn="ctr"/>
            <a:r>
              <a:rPr lang="en-US" altLang="en-US" sz="2800" b="1" dirty="0" smtClean="0">
                <a:solidFill>
                  <a:schemeClr val="bg1"/>
                </a:solidFill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  <a:sym typeface="+mn-ea"/>
              </a:rPr>
              <a:t>TRANSLATE FOR IPQC</a:t>
            </a:r>
            <a:endParaRPr lang="en-US" altLang="en-US" sz="2800" b="1" dirty="0" smtClean="0">
              <a:solidFill>
                <a:schemeClr val="bg1"/>
              </a:solidFill>
              <a:latin typeface="Calibri" panose="020F0502020204030204" pitchFamily="34" charset="0"/>
              <a:ea typeface="Arial Unicode MS" panose="020B0604020202020204" pitchFamily="34" charset="-128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0" y="473710"/>
            <a:ext cx="2281555" cy="27432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 anchor="ctr" anchorCtr="0">
            <a:noAutofit/>
          </a:bodyPr>
          <a:p>
            <a:pPr algn="ctr"/>
            <a:r>
              <a:rPr lang="en-US"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NEW STRATEGY</a:t>
            </a:r>
            <a:endParaRPr lang="en-US" sz="18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4067810" y="4725035"/>
            <a:ext cx="792480" cy="935990"/>
          </a:xfrm>
          <a:prstGeom prst="straightConnector1">
            <a:avLst/>
          </a:prstGeom>
          <a:ln>
            <a:solidFill>
              <a:schemeClr val="tx2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3025775" y="5589270"/>
            <a:ext cx="42545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Check if the content is complete, exact EN and VI.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TextBox 15"/>
          <p:cNvSpPr txBox="1"/>
          <p:nvPr/>
        </p:nvSpPr>
        <p:spPr>
          <a:xfrm>
            <a:off x="0" y="473710"/>
            <a:ext cx="3676650" cy="27432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 anchor="ctr" anchorCtr="0">
            <a:noAutofit/>
          </a:bodyPr>
          <a:p>
            <a:pPr algn="ctr"/>
            <a:r>
              <a:rPr lang="en-US"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NEW STRATEGY/</a:t>
            </a:r>
            <a:r>
              <a:rPr lang="en-US"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ADD CONTENT</a:t>
            </a:r>
            <a:endParaRPr lang="en-US" sz="18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Box 3"/>
          <p:cNvSpPr txBox="1"/>
          <p:nvPr/>
        </p:nvSpPr>
        <p:spPr>
          <a:xfrm>
            <a:off x="0" y="635"/>
            <a:ext cx="3676650" cy="473075"/>
          </a:xfrm>
          <a:prstGeom prst="rect">
            <a:avLst/>
          </a:prstGeom>
          <a:solidFill>
            <a:srgbClr val="F98952"/>
          </a:solidFill>
          <a:ln w="9525">
            <a:noFill/>
          </a:ln>
        </p:spPr>
        <p:txBody>
          <a:bodyPr wrap="square" anchor="ctr" anchorCtr="0">
            <a:noAutofit/>
          </a:bodyPr>
          <a:p>
            <a:pPr algn="ctr"/>
            <a:r>
              <a:rPr lang="en-US" altLang="en-US" sz="2800" b="1" dirty="0" smtClean="0">
                <a:solidFill>
                  <a:schemeClr val="bg1"/>
                </a:solidFill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  <a:sym typeface="+mn-ea"/>
              </a:rPr>
              <a:t>TRANSLATE FOR IPQC</a:t>
            </a:r>
            <a:endParaRPr lang="en-US" altLang="en-US" sz="2800" b="1" dirty="0" smtClean="0">
              <a:solidFill>
                <a:schemeClr val="bg1"/>
              </a:solidFill>
              <a:latin typeface="Calibri" panose="020F0502020204030204" pitchFamily="34" charset="0"/>
              <a:ea typeface="Arial Unicode MS" panose="020B0604020202020204" pitchFamily="34" charset="-128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765300" y="765175"/>
            <a:ext cx="55352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Translate and separate 1 Vietnamese page and 1 corresponding English page.  Make sure match for all slides. 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0155" y="4797425"/>
            <a:ext cx="3409950" cy="191706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07315" y="5085080"/>
            <a:ext cx="307149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If there are many pictures and we don’t have enough space to translate, we can copy this page and paste the next corresponding page to translate.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060065" y="5746115"/>
            <a:ext cx="720090" cy="0"/>
          </a:xfrm>
          <a:prstGeom prst="straightConnector1">
            <a:avLst/>
          </a:prstGeom>
          <a:ln>
            <a:solidFill>
              <a:schemeClr val="tx2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TextBox 15"/>
          <p:cNvSpPr txBox="1"/>
          <p:nvPr/>
        </p:nvSpPr>
        <p:spPr>
          <a:xfrm>
            <a:off x="827405" y="4941109"/>
            <a:ext cx="1149350" cy="216527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 anchor="ctr" anchorCtr="0">
            <a:noAutofit/>
          </a:bodyPr>
          <a:p>
            <a:pPr algn="ctr"/>
            <a:r>
              <a:rPr lang="en-U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Remark</a:t>
            </a:r>
            <a:endParaRPr lang="en-US" sz="16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155" y="1412875"/>
            <a:ext cx="2798445" cy="15855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155" y="2996565"/>
            <a:ext cx="2799080" cy="157988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145" y="1409700"/>
            <a:ext cx="1477010" cy="3159125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>
            <a:off x="3676650" y="1268730"/>
            <a:ext cx="431800" cy="568960"/>
          </a:xfrm>
          <a:prstGeom prst="straightConnector1">
            <a:avLst/>
          </a:prstGeom>
          <a:ln>
            <a:solidFill>
              <a:schemeClr val="tx2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ext Box 3"/>
          <p:cNvSpPr txBox="1"/>
          <p:nvPr/>
        </p:nvSpPr>
        <p:spPr>
          <a:xfrm>
            <a:off x="0" y="635"/>
            <a:ext cx="3676650" cy="473075"/>
          </a:xfrm>
          <a:prstGeom prst="rect">
            <a:avLst/>
          </a:prstGeom>
          <a:solidFill>
            <a:srgbClr val="F98952"/>
          </a:solidFill>
          <a:ln w="9525">
            <a:noFill/>
          </a:ln>
        </p:spPr>
        <p:txBody>
          <a:bodyPr wrap="square" anchor="ctr" anchorCtr="0">
            <a:noAutofit/>
          </a:bodyPr>
          <a:p>
            <a:pPr algn="ctr"/>
            <a:r>
              <a:rPr lang="en-US" altLang="en-US" sz="2800" b="1" dirty="0" smtClean="0">
                <a:solidFill>
                  <a:schemeClr val="bg1"/>
                </a:solidFill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  <a:sym typeface="+mn-ea"/>
              </a:rPr>
              <a:t>TRANSLATE FOR ISQ</a:t>
            </a:r>
            <a:endParaRPr lang="en-US" altLang="en-US" sz="2800" b="1" dirty="0" smtClean="0">
              <a:solidFill>
                <a:schemeClr val="bg1"/>
              </a:solidFill>
              <a:latin typeface="Calibri" panose="020F0502020204030204" pitchFamily="34" charset="0"/>
              <a:ea typeface="Arial Unicode MS" panose="020B0604020202020204" pitchFamily="34" charset="-128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0" y="473710"/>
            <a:ext cx="3676650" cy="27432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 anchor="ctr" anchorCtr="0">
            <a:noAutofit/>
          </a:bodyPr>
          <a:p>
            <a:pPr algn="ctr"/>
            <a:r>
              <a:rPr lang="en-US"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NEW STRATEGY/</a:t>
            </a:r>
            <a:r>
              <a:rPr lang="en-US"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ADD CONTENT</a:t>
            </a:r>
            <a:endParaRPr lang="en-US" sz="18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Down Arrow 9"/>
          <p:cNvSpPr/>
          <p:nvPr/>
        </p:nvSpPr>
        <p:spPr>
          <a:xfrm rot="16200000">
            <a:off x="4392295" y="1700530"/>
            <a:ext cx="431800" cy="720090"/>
          </a:xfrm>
          <a:prstGeom prst="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250825" y="802005"/>
            <a:ext cx="3364230" cy="2412365"/>
            <a:chOff x="56" y="1602"/>
            <a:chExt cx="5298" cy="3799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6" y="1890"/>
              <a:ext cx="5297" cy="2981"/>
            </a:xfrm>
            <a:prstGeom prst="rect">
              <a:avLst/>
            </a:prstGeom>
          </p:spPr>
        </p:pic>
        <p:sp>
          <p:nvSpPr>
            <p:cNvPr id="34" name="TextBox 15"/>
            <p:cNvSpPr txBox="1"/>
            <p:nvPr/>
          </p:nvSpPr>
          <p:spPr>
            <a:xfrm>
              <a:off x="2128" y="1602"/>
              <a:ext cx="1152" cy="28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sz="105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Step 1</a:t>
              </a:r>
              <a:endParaRPr lang="en-US" sz="105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 Box 11"/>
            <p:cNvSpPr txBox="1"/>
            <p:nvPr/>
          </p:nvSpPr>
          <p:spPr>
            <a:xfrm>
              <a:off x="56" y="4871"/>
              <a:ext cx="5298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For this slide, copy and paste at below</a:t>
              </a:r>
              <a:endParaRPr lang="en-US" sz="16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579745" y="748030"/>
            <a:ext cx="3364865" cy="2639695"/>
            <a:chOff x="55" y="6583"/>
            <a:chExt cx="5299" cy="4157"/>
          </a:xfrm>
        </p:grpSpPr>
        <p:grpSp>
          <p:nvGrpSpPr>
            <p:cNvPr id="14" name="Group 13"/>
            <p:cNvGrpSpPr/>
            <p:nvPr/>
          </p:nvGrpSpPr>
          <p:grpSpPr>
            <a:xfrm>
              <a:off x="90" y="6583"/>
              <a:ext cx="5264" cy="3272"/>
              <a:chOff x="7654" y="1598"/>
              <a:chExt cx="5264" cy="3272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654" y="1890"/>
                <a:ext cx="5264" cy="2981"/>
              </a:xfrm>
              <a:prstGeom prst="rect">
                <a:avLst/>
              </a:prstGeom>
            </p:spPr>
          </p:pic>
          <p:sp>
            <p:nvSpPr>
              <p:cNvPr id="9" name="TextBox 15"/>
              <p:cNvSpPr txBox="1"/>
              <p:nvPr/>
            </p:nvSpPr>
            <p:spPr>
              <a:xfrm>
                <a:off x="9663" y="1598"/>
                <a:ext cx="1152" cy="288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</p:spPr>
            <p:txBody>
              <a:bodyPr wrap="square" rtlCol="0" anchor="ctr" anchorCtr="0">
                <a:noAutofit/>
              </a:bodyPr>
              <a:p>
                <a:pPr algn="ctr"/>
                <a:r>
                  <a:rPr lang="en-US" sz="1050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2</a:t>
                </a:r>
                <a:endParaRPr lang="en-US" sz="105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" name="Text Box 14"/>
            <p:cNvSpPr txBox="1"/>
            <p:nvPr/>
          </p:nvSpPr>
          <p:spPr>
            <a:xfrm>
              <a:off x="55" y="9822"/>
              <a:ext cx="5298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Translate 1 page in English and keep 1 page in Vietnamese at below</a:t>
              </a:r>
              <a:endParaRPr lang="en-US" sz="16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226810" y="3521710"/>
            <a:ext cx="2430780" cy="3264535"/>
            <a:chOff x="8901" y="5546"/>
            <a:chExt cx="3828" cy="5141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01" y="6077"/>
              <a:ext cx="3828" cy="4610"/>
            </a:xfrm>
            <a:prstGeom prst="rect">
              <a:avLst/>
            </a:prstGeom>
          </p:spPr>
        </p:pic>
        <p:sp>
          <p:nvSpPr>
            <p:cNvPr id="19" name="Text Box 18"/>
            <p:cNvSpPr txBox="1"/>
            <p:nvPr/>
          </p:nvSpPr>
          <p:spPr>
            <a:xfrm>
              <a:off x="8902" y="5546"/>
              <a:ext cx="380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Sample picture</a:t>
              </a:r>
              <a:endParaRPr lang="en-US" sz="16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22" name="Straight Arrow Connector 21"/>
          <p:cNvCxnSpPr/>
          <p:nvPr/>
        </p:nvCxnSpPr>
        <p:spPr>
          <a:xfrm>
            <a:off x="7435850" y="3356610"/>
            <a:ext cx="0" cy="238760"/>
          </a:xfrm>
          <a:prstGeom prst="straightConnector1">
            <a:avLst/>
          </a:prstGeom>
          <a:ln>
            <a:solidFill>
              <a:schemeClr val="tx1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35560" y="3595370"/>
            <a:ext cx="4721225" cy="3052445"/>
            <a:chOff x="56" y="5662"/>
            <a:chExt cx="7435" cy="4807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46" y="6193"/>
              <a:ext cx="1151" cy="4276"/>
            </a:xfrm>
            <a:prstGeom prst="rect">
              <a:avLst/>
            </a:prstGeom>
          </p:spPr>
        </p:pic>
        <p:sp>
          <p:nvSpPr>
            <p:cNvPr id="24" name="TextBox 15"/>
            <p:cNvSpPr txBox="1"/>
            <p:nvPr/>
          </p:nvSpPr>
          <p:spPr>
            <a:xfrm>
              <a:off x="1464" y="7263"/>
              <a:ext cx="1152" cy="28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sz="105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Remark</a:t>
              </a:r>
              <a:endParaRPr lang="en-US" sz="105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 Box 24"/>
            <p:cNvSpPr txBox="1"/>
            <p:nvPr/>
          </p:nvSpPr>
          <p:spPr>
            <a:xfrm>
              <a:off x="56" y="7551"/>
              <a:ext cx="4185" cy="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In case there are many cutting dies. For each cutting die, there will be 1 English page and 1 Vietnamese page below</a:t>
              </a:r>
              <a:endParaRPr lang="en-US" sz="16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rot="16200000">
              <a:off x="4706" y="8231"/>
              <a:ext cx="0" cy="37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7" name="Text Box 26"/>
            <p:cNvSpPr txBox="1"/>
            <p:nvPr/>
          </p:nvSpPr>
          <p:spPr>
            <a:xfrm>
              <a:off x="3684" y="5662"/>
              <a:ext cx="380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Sample picture</a:t>
              </a:r>
              <a:endParaRPr lang="en-US" sz="16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ext Box 3"/>
          <p:cNvSpPr txBox="1"/>
          <p:nvPr/>
        </p:nvSpPr>
        <p:spPr>
          <a:xfrm>
            <a:off x="0" y="635"/>
            <a:ext cx="3676650" cy="473075"/>
          </a:xfrm>
          <a:prstGeom prst="rect">
            <a:avLst/>
          </a:prstGeom>
          <a:solidFill>
            <a:srgbClr val="F98952"/>
          </a:solidFill>
          <a:ln w="9525">
            <a:noFill/>
          </a:ln>
        </p:spPr>
        <p:txBody>
          <a:bodyPr wrap="square" anchor="ctr" anchorCtr="0">
            <a:noAutofit/>
          </a:bodyPr>
          <a:p>
            <a:pPr algn="ctr"/>
            <a:r>
              <a:rPr lang="en-US" altLang="en-US" sz="2800" b="1" dirty="0" smtClean="0">
                <a:solidFill>
                  <a:schemeClr val="bg1"/>
                </a:solidFill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  <a:sym typeface="+mn-ea"/>
              </a:rPr>
              <a:t>TRANSLATE FOR ISQ</a:t>
            </a:r>
            <a:endParaRPr lang="en-US" altLang="en-US" sz="2800" b="1" dirty="0" smtClean="0">
              <a:solidFill>
                <a:schemeClr val="bg1"/>
              </a:solidFill>
              <a:latin typeface="Calibri" panose="020F0502020204030204" pitchFamily="34" charset="0"/>
              <a:ea typeface="Arial Unicode MS" panose="020B0604020202020204" pitchFamily="34" charset="-128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0" y="473710"/>
            <a:ext cx="2281555" cy="27432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 anchor="ctr" anchorCtr="0">
            <a:noAutofit/>
          </a:bodyPr>
          <a:p>
            <a:pPr algn="ctr"/>
            <a:r>
              <a:rPr lang="en-US"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NEW STRATEGY</a:t>
            </a:r>
            <a:endParaRPr lang="en-US" sz="18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Down Arrow 9"/>
          <p:cNvSpPr/>
          <p:nvPr/>
        </p:nvSpPr>
        <p:spPr>
          <a:xfrm rot="16200000">
            <a:off x="4500245" y="1628775"/>
            <a:ext cx="431800" cy="720090"/>
          </a:xfrm>
          <a:prstGeom prst="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36195" y="870585"/>
            <a:ext cx="3986530" cy="2638425"/>
            <a:chOff x="57" y="1371"/>
            <a:chExt cx="6278" cy="415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7" y="1659"/>
              <a:ext cx="5270" cy="2991"/>
            </a:xfrm>
            <a:prstGeom prst="rect">
              <a:avLst/>
            </a:prstGeom>
          </p:spPr>
        </p:pic>
        <p:sp>
          <p:nvSpPr>
            <p:cNvPr id="12" name="Text Box 11"/>
            <p:cNvSpPr txBox="1"/>
            <p:nvPr/>
          </p:nvSpPr>
          <p:spPr>
            <a:xfrm>
              <a:off x="57" y="4607"/>
              <a:ext cx="6278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For this slide, copy from the starting to the last slide.</a:t>
              </a:r>
              <a:endParaRPr lang="en-US" sz="16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5327" y="1658"/>
              <a:ext cx="1007" cy="2992"/>
            </a:xfrm>
            <a:prstGeom prst="rect">
              <a:avLst/>
            </a:prstGeom>
          </p:spPr>
        </p:pic>
        <p:sp>
          <p:nvSpPr>
            <p:cNvPr id="34" name="TextBox 15"/>
            <p:cNvSpPr txBox="1"/>
            <p:nvPr/>
          </p:nvSpPr>
          <p:spPr>
            <a:xfrm>
              <a:off x="2438" y="1371"/>
              <a:ext cx="1152" cy="28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sz="105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Step 1</a:t>
              </a:r>
              <a:endParaRPr lang="en-US" sz="105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292090" y="869950"/>
            <a:ext cx="3844290" cy="2055495"/>
            <a:chOff x="7995" y="1370"/>
            <a:chExt cx="6054" cy="3237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95" y="1620"/>
              <a:ext cx="3524" cy="2987"/>
            </a:xfrm>
            <a:prstGeom prst="rect">
              <a:avLst/>
            </a:prstGeom>
          </p:spPr>
        </p:pic>
        <p:sp>
          <p:nvSpPr>
            <p:cNvPr id="6" name="Rectangles 5"/>
            <p:cNvSpPr/>
            <p:nvPr/>
          </p:nvSpPr>
          <p:spPr>
            <a:xfrm>
              <a:off x="9809" y="2652"/>
              <a:ext cx="361" cy="36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7" name="TextBox 15"/>
            <p:cNvSpPr txBox="1"/>
            <p:nvPr/>
          </p:nvSpPr>
          <p:spPr>
            <a:xfrm>
              <a:off x="9129" y="1370"/>
              <a:ext cx="1152" cy="28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sz="105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Step 2</a:t>
              </a:r>
              <a:endParaRPr lang="en-US" sz="105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 Box 7"/>
            <p:cNvSpPr txBox="1"/>
            <p:nvPr/>
          </p:nvSpPr>
          <p:spPr>
            <a:xfrm>
              <a:off x="11510" y="2452"/>
              <a:ext cx="2539" cy="88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sz="1600">
                  <a:latin typeface="Calibri" panose="020F0502020204030204" pitchFamily="34" charset="0"/>
                  <a:cs typeface="Calibri" panose="020F0502020204030204" pitchFamily="34" charset="0"/>
                  <a:sym typeface="+mn-ea"/>
                </a:rPr>
                <a:t>Paste at the end of slide</a:t>
              </a:r>
              <a:endParaRPr lang="en-US" sz="16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" name="Down Arrow 8"/>
          <p:cNvSpPr/>
          <p:nvPr/>
        </p:nvSpPr>
        <p:spPr>
          <a:xfrm>
            <a:off x="6084570" y="3023870"/>
            <a:ext cx="431800" cy="720090"/>
          </a:xfrm>
          <a:prstGeom prst="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Box 15"/>
          <p:cNvSpPr txBox="1"/>
          <p:nvPr/>
        </p:nvSpPr>
        <p:spPr>
          <a:xfrm>
            <a:off x="5940425" y="3823335"/>
            <a:ext cx="731520" cy="18288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 anchor="ctr" anchorCtr="0">
            <a:noAutofit/>
          </a:bodyPr>
          <a:p>
            <a:pPr algn="ctr"/>
            <a:r>
              <a:rPr lang="en-US" sz="105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3</a:t>
            </a:r>
            <a:endParaRPr lang="en-US" sz="105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07315" y="4653280"/>
            <a:ext cx="395033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Translate and edit follow original form of page (remove VI). Make sure match for all slides and only translate the above, do not translate the Vietnamese copy below</a:t>
            </a:r>
            <a:endParaRPr lang="en-US" sz="160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1465" y="4006215"/>
            <a:ext cx="4397375" cy="2486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ext Box 3"/>
          <p:cNvSpPr txBox="1"/>
          <p:nvPr/>
        </p:nvSpPr>
        <p:spPr>
          <a:xfrm>
            <a:off x="0" y="635"/>
            <a:ext cx="3676650" cy="473075"/>
          </a:xfrm>
          <a:prstGeom prst="rect">
            <a:avLst/>
          </a:prstGeom>
          <a:solidFill>
            <a:srgbClr val="F98952"/>
          </a:solidFill>
          <a:ln w="9525">
            <a:noFill/>
          </a:ln>
        </p:spPr>
        <p:txBody>
          <a:bodyPr wrap="square" anchor="ctr" anchorCtr="0">
            <a:noAutofit/>
          </a:bodyPr>
          <a:p>
            <a:pPr algn="ctr"/>
            <a:r>
              <a:rPr lang="en-US" altLang="en-US" sz="2800" b="1" dirty="0" smtClean="0">
                <a:solidFill>
                  <a:schemeClr val="bg1"/>
                </a:solidFill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  <a:sym typeface="+mn-ea"/>
              </a:rPr>
              <a:t>TRANSLATE FOR ISQ</a:t>
            </a:r>
            <a:endParaRPr lang="en-US" altLang="en-US" sz="2800" b="1" dirty="0" smtClean="0">
              <a:solidFill>
                <a:schemeClr val="bg1"/>
              </a:solidFill>
              <a:latin typeface="Calibri" panose="020F0502020204030204" pitchFamily="34" charset="0"/>
              <a:ea typeface="Arial Unicode MS" panose="020B0604020202020204" pitchFamily="34" charset="-128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0" y="473710"/>
            <a:ext cx="2281555" cy="27432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 anchor="ctr" anchorCtr="0">
            <a:noAutofit/>
          </a:bodyPr>
          <a:p>
            <a:pPr algn="ctr"/>
            <a:r>
              <a:rPr lang="en-US" sz="1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ADD CONTENT</a:t>
            </a:r>
            <a:endParaRPr lang="en-US" sz="18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Down Arrow 12"/>
          <p:cNvSpPr/>
          <p:nvPr/>
        </p:nvSpPr>
        <p:spPr>
          <a:xfrm rot="16200000">
            <a:off x="4140200" y="1700530"/>
            <a:ext cx="431800" cy="720090"/>
          </a:xfrm>
          <a:prstGeom prst="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252095" y="870585"/>
            <a:ext cx="3383280" cy="2413000"/>
            <a:chOff x="397" y="1371"/>
            <a:chExt cx="5328" cy="3800"/>
          </a:xfrm>
        </p:grpSpPr>
        <p:grpSp>
          <p:nvGrpSpPr>
            <p:cNvPr id="5" name="Group 4"/>
            <p:cNvGrpSpPr/>
            <p:nvPr/>
          </p:nvGrpSpPr>
          <p:grpSpPr>
            <a:xfrm>
              <a:off x="472" y="1371"/>
              <a:ext cx="5252" cy="3268"/>
              <a:chOff x="133" y="1371"/>
              <a:chExt cx="5252" cy="3268"/>
            </a:xfrm>
          </p:grpSpPr>
          <p:pic>
            <p:nvPicPr>
              <p:cNvPr id="2" name="Picture 1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33" y="1659"/>
                <a:ext cx="5253" cy="2981"/>
              </a:xfrm>
              <a:prstGeom prst="rect">
                <a:avLst/>
              </a:prstGeom>
            </p:spPr>
          </p:pic>
          <p:sp>
            <p:nvSpPr>
              <p:cNvPr id="34" name="TextBox 15"/>
              <p:cNvSpPr txBox="1"/>
              <p:nvPr/>
            </p:nvSpPr>
            <p:spPr>
              <a:xfrm>
                <a:off x="1984" y="1371"/>
                <a:ext cx="1152" cy="288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</p:spPr>
            <p:txBody>
              <a:bodyPr wrap="square" rtlCol="0" anchor="ctr" anchorCtr="0">
                <a:noAutofit/>
              </a:bodyPr>
              <a:p>
                <a:pPr algn="ctr"/>
                <a:r>
                  <a:rPr lang="en-US" sz="1200" b="1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Step </a:t>
                </a:r>
                <a:r>
                  <a:rPr lang="en-US" sz="1050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en-US" sz="105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" name="Text Box 11"/>
            <p:cNvSpPr txBox="1"/>
            <p:nvPr/>
          </p:nvSpPr>
          <p:spPr>
            <a:xfrm>
              <a:off x="397" y="4640"/>
              <a:ext cx="5328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For new ISQ page , copy that new page</a:t>
              </a:r>
              <a:endParaRPr lang="en-US" sz="16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" name="Down Arrow 8"/>
          <p:cNvSpPr/>
          <p:nvPr/>
        </p:nvSpPr>
        <p:spPr>
          <a:xfrm>
            <a:off x="6876415" y="3483610"/>
            <a:ext cx="431800" cy="720090"/>
          </a:xfrm>
          <a:prstGeom prst="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5003800" y="908685"/>
            <a:ext cx="3949700" cy="2419985"/>
            <a:chOff x="7881" y="1371"/>
            <a:chExt cx="6220" cy="381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93" y="1670"/>
              <a:ext cx="5929" cy="2970"/>
            </a:xfrm>
            <a:prstGeom prst="rect">
              <a:avLst/>
            </a:prstGeom>
          </p:spPr>
        </p:pic>
        <p:sp>
          <p:nvSpPr>
            <p:cNvPr id="6" name="TextBox 15"/>
            <p:cNvSpPr txBox="1"/>
            <p:nvPr/>
          </p:nvSpPr>
          <p:spPr>
            <a:xfrm>
              <a:off x="10602" y="1371"/>
              <a:ext cx="1152" cy="28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Step </a:t>
              </a:r>
              <a:r>
                <a:rPr lang="en-US" sz="105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sz="105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 Box 6"/>
            <p:cNvSpPr txBox="1"/>
            <p:nvPr/>
          </p:nvSpPr>
          <p:spPr>
            <a:xfrm>
              <a:off x="7881" y="4651"/>
              <a:ext cx="622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Paste to corresponding page at EN version</a:t>
              </a:r>
              <a:endParaRPr lang="en-US" sz="16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s 9"/>
            <p:cNvSpPr/>
            <p:nvPr/>
          </p:nvSpPr>
          <p:spPr>
            <a:xfrm>
              <a:off x="9014" y="2111"/>
              <a:ext cx="133" cy="120"/>
            </a:xfrm>
            <a:prstGeom prst="rect">
              <a:avLst/>
            </a:prstGeom>
            <a:ln w="190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187450" y="4397375"/>
            <a:ext cx="7766685" cy="2324100"/>
            <a:chOff x="1870" y="6925"/>
            <a:chExt cx="12231" cy="3660"/>
          </a:xfrm>
        </p:grpSpPr>
        <p:sp>
          <p:nvSpPr>
            <p:cNvPr id="8" name="TextBox 15"/>
            <p:cNvSpPr txBox="1"/>
            <p:nvPr/>
          </p:nvSpPr>
          <p:spPr>
            <a:xfrm>
              <a:off x="10602" y="6925"/>
              <a:ext cx="1152" cy="28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sz="105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Step 3</a:t>
              </a:r>
              <a:endParaRPr lang="en-US" sz="105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 Box 16"/>
            <p:cNvSpPr txBox="1"/>
            <p:nvPr/>
          </p:nvSpPr>
          <p:spPr>
            <a:xfrm>
              <a:off x="1870" y="7895"/>
              <a:ext cx="6221" cy="1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600">
                  <a:latin typeface="Calibri" panose="020F0502020204030204" pitchFamily="34" charset="0"/>
                  <a:cs typeface="Calibri" panose="020F0502020204030204" pitchFamily="34" charset="0"/>
                  <a:sym typeface="+mn-ea"/>
                </a:rPr>
                <a:t>Translate and edit follow original form of pagec (remove VI). Make sure match for all slides and only translate the above, do not translate the Vietnamese copy below</a:t>
              </a:r>
              <a:endParaRPr lang="en-US" sz="1600">
                <a:latin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43" y="7213"/>
              <a:ext cx="5958" cy="33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ext Box 3"/>
          <p:cNvSpPr txBox="1"/>
          <p:nvPr/>
        </p:nvSpPr>
        <p:spPr>
          <a:xfrm>
            <a:off x="0" y="635"/>
            <a:ext cx="4625340" cy="473075"/>
          </a:xfrm>
          <a:prstGeom prst="rect">
            <a:avLst/>
          </a:prstGeom>
          <a:solidFill>
            <a:srgbClr val="F98952"/>
          </a:solidFill>
          <a:ln w="9525">
            <a:noFill/>
          </a:ln>
        </p:spPr>
        <p:txBody>
          <a:bodyPr wrap="square" anchor="ctr" anchorCtr="0">
            <a:noAutofit/>
          </a:bodyPr>
          <a:p>
            <a:pPr algn="ctr"/>
            <a:r>
              <a:rPr lang="en-US" altLang="en-US" sz="2800" b="1" dirty="0" smtClean="0">
                <a:solidFill>
                  <a:schemeClr val="bg1"/>
                </a:solidFill>
                <a:latin typeface="Calibri" panose="020F0502020204030204" pitchFamily="34" charset="0"/>
                <a:ea typeface="Arial Unicode MS" panose="020B0604020202020204" pitchFamily="34" charset="-128"/>
                <a:cs typeface="Calibri" panose="020F0502020204030204" pitchFamily="34" charset="0"/>
                <a:sym typeface="+mn-ea"/>
              </a:rPr>
              <a:t>VOCABULARY FOR STRATEGY</a:t>
            </a:r>
            <a:endParaRPr lang="en-US" altLang="en-US" sz="2800" b="1" dirty="0" smtClean="0">
              <a:solidFill>
                <a:schemeClr val="bg1"/>
              </a:solidFill>
              <a:latin typeface="Calibri" panose="020F0502020204030204" pitchFamily="34" charset="0"/>
              <a:ea typeface="Arial Unicode MS" panose="020B0604020202020204" pitchFamily="34" charset="-128"/>
              <a:cs typeface="Calibri" panose="020F0502020204030204" pitchFamily="34" charset="0"/>
              <a:sym typeface="+mn-ea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0" y="473710"/>
          <a:ext cx="2926080" cy="6339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3050"/>
                <a:gridCol w="1383030"/>
              </a:tblGrid>
              <a:tr h="304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/>
                        <a:t>VI</a:t>
                      </a:r>
                      <a:endParaRPr lang="en-US" sz="14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/>
                        <a:t>EN</a:t>
                      </a:r>
                      <a:endParaRPr lang="en-US" sz="14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Ố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Stain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Bỏ mũi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Skip stitching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Sụp mí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Run off stitching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Đứt chỉ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Broken thread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Bọt khí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Air bubble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Dơ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Contamination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Độ gập ghềnh/ổn định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Rocking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Đường phân khuôn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Parting line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Đường rảnh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Groove line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Đường định vị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Marking line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Đường viền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Binding line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Hở keo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Bond gap 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Hoa văn không đạt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Poor texture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Khoảng chêch lệch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Tolerance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Không đều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Inconsistent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Kiểm định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Cabiration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Làm lạnh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Chilling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Lập thể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Definition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Lem màu 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Color bleeding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Lỗ chặt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Cutting holes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Lỗ dây giày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Eyelet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Lỗ định vị trên rập/khuôn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Pin holes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/>
          <p:nvPr/>
        </p:nvGraphicFramePr>
        <p:xfrm>
          <a:off x="3108960" y="476885"/>
          <a:ext cx="2926080" cy="6339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3050"/>
                <a:gridCol w="1383030"/>
              </a:tblGrid>
              <a:tr h="304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/>
                        <a:t>VI</a:t>
                      </a:r>
                      <a:endParaRPr lang="en-US" sz="14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/>
                        <a:t>EN</a:t>
                      </a:r>
                      <a:endParaRPr lang="en-US" sz="14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Thớt chặt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Cutting board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May 2 mũi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Double stitching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Máy cán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Roller mixing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Dây thun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Elastic band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Bao trung đế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Strobel stitching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Máy định hình 3D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3D shaping machine 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May rút mũi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Gather stitching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Máy trộn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Kneader mixing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Máy xén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Trimming machine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Ngâm nước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Dipping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Ngấn 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Visible mark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Nhét giấy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Stuffing tissue paper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Nhiều miếng nhỏ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Several pieces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Nới lỏng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Looseing lace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Nước tẩy dầu mỡ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Water degreasing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Nước thuốc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Primer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Ô dê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Eyestay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Phát liệu thô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Raw material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Phát phồng 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Foaming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Phím thử L/S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Pouring L/S stabs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Phím thử M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Slabs injection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Phụ kiện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Unit sole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/>
          <p:nvPr/>
        </p:nvGraphicFramePr>
        <p:xfrm>
          <a:off x="6217920" y="476885"/>
          <a:ext cx="2926080" cy="6348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3050"/>
                <a:gridCol w="1383030"/>
              </a:tblGrid>
              <a:tr h="304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/>
                        <a:t>VI</a:t>
                      </a:r>
                      <a:endParaRPr lang="en-US" sz="14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400"/>
                        <a:t>EN</a:t>
                      </a:r>
                      <a:endParaRPr lang="en-US" sz="1400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Quét tem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Scan bancode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Rà kim loại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Metal detection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Rách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Tear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Sấy định hình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Stabilization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Sấy nóng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Heating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Sự co rút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Shrinkage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Tâm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Notches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832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Tạo hạt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Pellectazation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Thủ công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Manual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Trộn liệu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Bending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Lộn lại/lộn dây </a:t>
                      </a:r>
                      <a:endParaRPr lang="en-US" sz="100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turning/strap turn</a:t>
                      </a:r>
                      <a:endParaRPr lang="en-US" sz="100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Trụ ép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Pillars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Tróc sơn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Paint peeled off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Lem sơn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Over painting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Keo cao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Over cement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Mài cao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Over buffing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Nổi mốc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Moldy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Ngoại quan đế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Bottom Cosmetic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Đầu chỉ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Thread end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Cộm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X-ray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Lệch vị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Off position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Đế lõm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Bbottom concave</a:t>
                      </a:r>
                      <a:endParaRPr lang="en-US" sz="1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50"/>
              <a:t>Ching Luh Group</a:t>
            </a:r>
            <a:endParaRPr lang="en-US" sz="1050"/>
          </a:p>
        </p:txBody>
      </p:sp>
      <p:pic>
        <p:nvPicPr>
          <p:cNvPr id="6" name="Picture 4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1" y="2590800"/>
            <a:ext cx="1814513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3947</Words>
  <Application>WPS Presentation</Application>
  <PresentationFormat/>
  <Paragraphs>397</Paragraphs>
  <Slides>11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Century Gothic</vt:lpstr>
      <vt:lpstr>Microsoft JhengHei</vt:lpstr>
      <vt:lpstr>Arial Unicode MS</vt:lpstr>
      <vt:lpstr>Calibri</vt:lpstr>
      <vt:lpstr>Arial Unicode MS</vt:lpstr>
      <vt:lpstr>Calibri</vt:lpstr>
      <vt:lpstr>Microsoft YaHei</vt:lpstr>
      <vt:lpstr>Default Design</vt:lpstr>
      <vt:lpstr>2_Default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TranChau</dc:creator>
  <cp:lastModifiedBy>thinhphat.nguyen</cp:lastModifiedBy>
  <cp:revision>26</cp:revision>
  <dcterms:created xsi:type="dcterms:W3CDTF">2019-11-15T03:14:00Z</dcterms:created>
  <dcterms:modified xsi:type="dcterms:W3CDTF">2026-09-24T02:27:23Z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1033-11.2.0.11440</vt:lpwstr>
  </property>
  <property fmtid="{D5CDD505-2E9C-101B-9397-08002B2CF9AE}" pid="3" name="ICV">
    <vt:lpwstr>40AAE01520D247D28254E63D03185399</vt:lpwstr>
  </property>
</Properties>
</file>